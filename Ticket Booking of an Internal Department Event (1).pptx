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Lst>
  <p:sldSz cx="18288000" cy="10287000"/>
  <p:notesSz cx="6858000" cy="9144000"/>
  <p:defaultTextStyle>
    <a:defPPr>
      <a:defRPr lang="en-US"/>
    </a:defPPr>
    <a:lvl1pPr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1pPr>
    <a:lvl2pPr marL="4572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2pPr>
    <a:lvl3pPr marL="9144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3pPr>
    <a:lvl4pPr marL="13716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4pPr>
    <a:lvl5pPr marL="18288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5pPr>
    <a:lvl6pPr marL="22860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6pPr>
    <a:lvl7pPr marL="27432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7pPr>
    <a:lvl8pPr marL="32004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8pPr>
    <a:lvl9pPr marL="36576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Shape 91">
            <a:extLst>
              <a:ext uri="{FF2B5EF4-FFF2-40B4-BE49-F238E27FC236}">
                <a16:creationId xmlns:a16="http://schemas.microsoft.com/office/drawing/2014/main" id="{73504019-81F0-DFCE-10AD-FDCC272D800C}"/>
              </a:ext>
            </a:extLst>
          </p:cNvPr>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1" name="Shape 92">
            <a:extLst>
              <a:ext uri="{FF2B5EF4-FFF2-40B4-BE49-F238E27FC236}">
                <a16:creationId xmlns:a16="http://schemas.microsoft.com/office/drawing/2014/main" id="{410058C3-FA81-CC3F-9ED2-85F9D4AB81C8}"/>
              </a:ext>
            </a:extLst>
          </p:cNvPr>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tLang="en-US">
              <a:sym typeface="Calibri" panose="020F0502020204030204" pitchFamily="34" charset="0"/>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1pPr>
    <a:lvl2pPr marL="742950" indent="-28575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2pPr>
    <a:lvl3pPr marL="1143000" indent="-22860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3pPr>
    <a:lvl4pPr marL="1600200" indent="-22860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4pPr>
    <a:lvl5pPr marL="2057400" indent="-22860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19BE83FB-77D0-77BF-547F-B07AB0358A10}"/>
              </a:ext>
            </a:extLst>
          </p:cNvPr>
          <p:cNvSpPr txBox="1">
            <a:spLocks noGrp="1" noChangeArrowheads="1"/>
          </p:cNvSpPr>
          <p:nvPr>
            <p:ph type="sldNum" sz="quarter" idx="10"/>
          </p:nvPr>
        </p:nvSpPr>
        <p:spPr>
          <a:ln/>
        </p:spPr>
        <p:txBody>
          <a:bodyPr/>
          <a:lstStyle>
            <a:lvl1pPr>
              <a:defRPr/>
            </a:lvl1pPr>
          </a:lstStyle>
          <a:p>
            <a:pPr>
              <a:defRPr/>
            </a:pPr>
            <a:fld id="{EC239711-E680-4761-BF22-927A17D14566}" type="slidenum">
              <a:rPr lang="en-US" altLang="en-US"/>
              <a:pPr>
                <a:defRPr/>
              </a:pPr>
              <a:t>‹#›</a:t>
            </a:fld>
            <a:endParaRPr lang="en-US" altLang="en-US"/>
          </a:p>
        </p:txBody>
      </p:sp>
    </p:spTree>
    <p:extLst>
      <p:ext uri="{BB962C8B-B14F-4D97-AF65-F5344CB8AC3E}">
        <p14:creationId xmlns:p14="http://schemas.microsoft.com/office/powerpoint/2010/main" val="3836436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1" name="Body Level One…"/>
          <p:cNvSpPr txBox="1">
            <a:spLocks noGrp="1"/>
          </p:cNvSpPr>
          <p:nvPr>
            <p:ph type="body" sz="quarter" idx="1"/>
          </p:nvPr>
        </p:nvSpPr>
        <p:spPr>
          <a:xfrm>
            <a:off x="457200" y="1600200"/>
            <a:ext cx="8229600" cy="45259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A02F216F-79CC-9CBE-90D5-F0D564540622}"/>
              </a:ext>
            </a:extLst>
          </p:cNvPr>
          <p:cNvSpPr txBox="1">
            <a:spLocks noGrp="1" noChangeArrowheads="1"/>
          </p:cNvSpPr>
          <p:nvPr>
            <p:ph type="sldNum" sz="quarter" idx="10"/>
          </p:nvPr>
        </p:nvSpPr>
        <p:spPr>
          <a:ln/>
        </p:spPr>
        <p:txBody>
          <a:bodyPr/>
          <a:lstStyle>
            <a:lvl1pPr>
              <a:defRPr/>
            </a:lvl1pPr>
          </a:lstStyle>
          <a:p>
            <a:pPr>
              <a:defRPr/>
            </a:pPr>
            <a:fld id="{3FB69615-BA0A-488E-8A40-9D65C51D7ED2}" type="slidenum">
              <a:rPr lang="en-US" altLang="en-US"/>
              <a:pPr>
                <a:defRPr/>
              </a:pPr>
              <a:t>‹#›</a:t>
            </a:fld>
            <a:endParaRPr lang="en-US" altLang="en-US"/>
          </a:p>
        </p:txBody>
      </p:sp>
    </p:spTree>
    <p:extLst>
      <p:ext uri="{BB962C8B-B14F-4D97-AF65-F5344CB8AC3E}">
        <p14:creationId xmlns:p14="http://schemas.microsoft.com/office/powerpoint/2010/main" val="354062876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035747C3-5B5C-7FE3-B481-2BB9B8226ABB}"/>
              </a:ext>
            </a:extLst>
          </p:cNvPr>
          <p:cNvSpPr txBox="1">
            <a:spLocks noGrp="1" noChangeArrowheads="1"/>
          </p:cNvSpPr>
          <p:nvPr>
            <p:ph type="sldNum" sz="quarter" idx="10"/>
          </p:nvPr>
        </p:nvSpPr>
        <p:spPr>
          <a:ln/>
        </p:spPr>
        <p:txBody>
          <a:bodyPr/>
          <a:lstStyle>
            <a:lvl1pPr>
              <a:defRPr/>
            </a:lvl1pPr>
          </a:lstStyle>
          <a:p>
            <a:pPr>
              <a:defRPr/>
            </a:pPr>
            <a:fld id="{76697139-DA2C-4964-A228-808B7C3853BD}" type="slidenum">
              <a:rPr lang="en-US" altLang="en-US"/>
              <a:pPr>
                <a:defRPr/>
              </a:pPr>
              <a:t>‹#›</a:t>
            </a:fld>
            <a:endParaRPr lang="en-US" altLang="en-US"/>
          </a:p>
        </p:txBody>
      </p:sp>
    </p:spTree>
    <p:extLst>
      <p:ext uri="{BB962C8B-B14F-4D97-AF65-F5344CB8AC3E}">
        <p14:creationId xmlns:p14="http://schemas.microsoft.com/office/powerpoint/2010/main" val="264661976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39" name="Body Level One…"/>
          <p:cNvSpPr txBox="1">
            <a:spLocks noGrp="1"/>
          </p:cNvSpPr>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21432C44-E4A6-C094-1CF6-EABDAD2DC6E0}"/>
              </a:ext>
            </a:extLst>
          </p:cNvPr>
          <p:cNvSpPr txBox="1">
            <a:spLocks noGrp="1" noChangeArrowheads="1"/>
          </p:cNvSpPr>
          <p:nvPr>
            <p:ph type="sldNum" sz="quarter" idx="10"/>
          </p:nvPr>
        </p:nvSpPr>
        <p:spPr>
          <a:ln/>
        </p:spPr>
        <p:txBody>
          <a:bodyPr/>
          <a:lstStyle>
            <a:lvl1pPr>
              <a:defRPr/>
            </a:lvl1pPr>
          </a:lstStyle>
          <a:p>
            <a:pPr>
              <a:defRPr/>
            </a:pPr>
            <a:fld id="{A5AEAFE3-2A92-4EE4-931C-B20CED883B7D}" type="slidenum">
              <a:rPr lang="en-US" altLang="en-US"/>
              <a:pPr>
                <a:defRPr/>
              </a:pPr>
              <a:t>‹#›</a:t>
            </a:fld>
            <a:endParaRPr lang="en-US" altLang="en-US"/>
          </a:p>
        </p:txBody>
      </p:sp>
    </p:spTree>
    <p:extLst>
      <p:ext uri="{BB962C8B-B14F-4D97-AF65-F5344CB8AC3E}">
        <p14:creationId xmlns:p14="http://schemas.microsoft.com/office/powerpoint/2010/main" val="340465481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endParaRPr/>
          </a:p>
        </p:txBody>
      </p:sp>
      <p:sp>
        <p:nvSpPr>
          <p:cNvPr id="2" name="Slide Number">
            <a:extLst>
              <a:ext uri="{FF2B5EF4-FFF2-40B4-BE49-F238E27FC236}">
                <a16:creationId xmlns:a16="http://schemas.microsoft.com/office/drawing/2014/main" id="{E23C797A-EBAE-1C3E-4116-090233019F14}"/>
              </a:ext>
            </a:extLst>
          </p:cNvPr>
          <p:cNvSpPr txBox="1">
            <a:spLocks noGrp="1" noChangeArrowheads="1"/>
          </p:cNvSpPr>
          <p:nvPr>
            <p:ph type="sldNum" sz="quarter" idx="22"/>
          </p:nvPr>
        </p:nvSpPr>
        <p:spPr>
          <a:ln/>
        </p:spPr>
        <p:txBody>
          <a:bodyPr/>
          <a:lstStyle>
            <a:lvl1pPr>
              <a:defRPr/>
            </a:lvl1pPr>
          </a:lstStyle>
          <a:p>
            <a:pPr>
              <a:defRPr/>
            </a:pPr>
            <a:fld id="{B4A63D1E-CE12-4B3C-A79F-025A0E702BDB}" type="slidenum">
              <a:rPr lang="en-US" altLang="en-US"/>
              <a:pPr>
                <a:defRPr/>
              </a:pPr>
              <a:t>‹#›</a:t>
            </a:fld>
            <a:endParaRPr lang="en-US" altLang="en-US"/>
          </a:p>
        </p:txBody>
      </p:sp>
    </p:spTree>
    <p:extLst>
      <p:ext uri="{BB962C8B-B14F-4D97-AF65-F5344CB8AC3E}">
        <p14:creationId xmlns:p14="http://schemas.microsoft.com/office/powerpoint/2010/main" val="57739637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 name="Slide Number">
            <a:extLst>
              <a:ext uri="{FF2B5EF4-FFF2-40B4-BE49-F238E27FC236}">
                <a16:creationId xmlns:a16="http://schemas.microsoft.com/office/drawing/2014/main" id="{BE42F8A4-4B55-A84D-58F4-4BD75D3D7EFC}"/>
              </a:ext>
            </a:extLst>
          </p:cNvPr>
          <p:cNvSpPr txBox="1">
            <a:spLocks noGrp="1" noChangeArrowheads="1"/>
          </p:cNvSpPr>
          <p:nvPr>
            <p:ph type="sldNum" sz="quarter" idx="10"/>
          </p:nvPr>
        </p:nvSpPr>
        <p:spPr>
          <a:ln/>
        </p:spPr>
        <p:txBody>
          <a:bodyPr/>
          <a:lstStyle>
            <a:lvl1pPr>
              <a:defRPr/>
            </a:lvl1pPr>
          </a:lstStyle>
          <a:p>
            <a:pPr>
              <a:defRPr/>
            </a:pPr>
            <a:fld id="{DB2D9C9B-7BEA-482A-A8FD-2AA578BC9D42}" type="slidenum">
              <a:rPr lang="en-US" altLang="en-US"/>
              <a:pPr>
                <a:defRPr/>
              </a:pPr>
              <a:t>‹#›</a:t>
            </a:fld>
            <a:endParaRPr lang="en-US" altLang="en-US"/>
          </a:p>
        </p:txBody>
      </p:sp>
    </p:spTree>
    <p:extLst>
      <p:ext uri="{BB962C8B-B14F-4D97-AF65-F5344CB8AC3E}">
        <p14:creationId xmlns:p14="http://schemas.microsoft.com/office/powerpoint/2010/main" val="398190003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8F7056B-52F9-21F9-3F97-EC0FDBB51982}"/>
              </a:ext>
            </a:extLst>
          </p:cNvPr>
          <p:cNvSpPr txBox="1">
            <a:spLocks noGrp="1" noChangeArrowheads="1"/>
          </p:cNvSpPr>
          <p:nvPr>
            <p:ph type="sldNum" sz="quarter" idx="10"/>
          </p:nvPr>
        </p:nvSpPr>
        <p:spPr>
          <a:ln/>
        </p:spPr>
        <p:txBody>
          <a:bodyPr/>
          <a:lstStyle>
            <a:lvl1pPr>
              <a:defRPr/>
            </a:lvl1pPr>
          </a:lstStyle>
          <a:p>
            <a:pPr>
              <a:defRPr/>
            </a:pPr>
            <a:fld id="{B752A873-5F30-4B69-A030-94DBF764DA21}" type="slidenum">
              <a:rPr lang="en-US" altLang="en-US"/>
              <a:pPr>
                <a:defRPr/>
              </a:pPr>
              <a:t>‹#›</a:t>
            </a:fld>
            <a:endParaRPr lang="en-US" altLang="en-US"/>
          </a:p>
        </p:txBody>
      </p:sp>
    </p:spTree>
    <p:extLst>
      <p:ext uri="{BB962C8B-B14F-4D97-AF65-F5344CB8AC3E}">
        <p14:creationId xmlns:p14="http://schemas.microsoft.com/office/powerpoint/2010/main" val="395984070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sz="quarter"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457199" y="1435100"/>
            <a:ext cx="3008315" cy="4691063"/>
          </a:xfrm>
          <a:prstGeom prst="rect">
            <a:avLst/>
          </a:prstGeom>
        </p:spPr>
        <p:txBody>
          <a:bodyPr/>
          <a:lstStyle/>
          <a:p>
            <a:endParaRPr/>
          </a:p>
        </p:txBody>
      </p:sp>
      <p:sp>
        <p:nvSpPr>
          <p:cNvPr id="2" name="Slide Number">
            <a:extLst>
              <a:ext uri="{FF2B5EF4-FFF2-40B4-BE49-F238E27FC236}">
                <a16:creationId xmlns:a16="http://schemas.microsoft.com/office/drawing/2014/main" id="{D2D72192-D8C3-2484-3C8C-6EB82323596D}"/>
              </a:ext>
            </a:extLst>
          </p:cNvPr>
          <p:cNvSpPr txBox="1">
            <a:spLocks noGrp="1" noChangeArrowheads="1"/>
          </p:cNvSpPr>
          <p:nvPr>
            <p:ph type="sldNum" sz="quarter" idx="22"/>
          </p:nvPr>
        </p:nvSpPr>
        <p:spPr>
          <a:ln/>
        </p:spPr>
        <p:txBody>
          <a:bodyPr/>
          <a:lstStyle>
            <a:lvl1pPr>
              <a:defRPr/>
            </a:lvl1pPr>
          </a:lstStyle>
          <a:p>
            <a:pPr>
              <a:defRPr/>
            </a:pPr>
            <a:fld id="{93C9EFED-4C78-4F53-8C46-DD711D865963}" type="slidenum">
              <a:rPr lang="en-US" altLang="en-US"/>
              <a:pPr>
                <a:defRPr/>
              </a:pPr>
              <a:t>‹#›</a:t>
            </a:fld>
            <a:endParaRPr lang="en-US" altLang="en-US"/>
          </a:p>
        </p:txBody>
      </p:sp>
    </p:spTree>
    <p:extLst>
      <p:ext uri="{BB962C8B-B14F-4D97-AF65-F5344CB8AC3E}">
        <p14:creationId xmlns:p14="http://schemas.microsoft.com/office/powerpoint/2010/main" val="271375355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quarter" idx="21"/>
          </p:nvPr>
        </p:nvSpPr>
        <p:spPr>
          <a:xfrm>
            <a:off x="1792288" y="612775"/>
            <a:ext cx="5486401" cy="4114800"/>
          </a:xfrm>
          <a:prstGeom prst="rect">
            <a:avLst/>
          </a:prstGeom>
        </p:spPr>
        <p:txBody>
          <a:bodyPr lIns="91439" rIns="91439">
            <a:noAutofit/>
          </a:bodyPr>
          <a:lstStyle/>
          <a:p>
            <a:pPr lvl="0"/>
            <a:endParaRPr noProof="0">
              <a:sym typeface="Calibri"/>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BAC93D97-537D-A006-F7FB-64E2DC9E5218}"/>
              </a:ext>
            </a:extLst>
          </p:cNvPr>
          <p:cNvSpPr txBox="1">
            <a:spLocks noGrp="1" noChangeArrowheads="1"/>
          </p:cNvSpPr>
          <p:nvPr>
            <p:ph type="sldNum" sz="quarter" idx="22"/>
          </p:nvPr>
        </p:nvSpPr>
        <p:spPr>
          <a:ln/>
        </p:spPr>
        <p:txBody>
          <a:bodyPr/>
          <a:lstStyle>
            <a:lvl1pPr>
              <a:defRPr/>
            </a:lvl1pPr>
          </a:lstStyle>
          <a:p>
            <a:pPr>
              <a:defRPr/>
            </a:pPr>
            <a:fld id="{AD4F1844-886A-4BBE-AFE2-A577B44591FA}" type="slidenum">
              <a:rPr lang="en-US" altLang="en-US"/>
              <a:pPr>
                <a:defRPr/>
              </a:pPr>
              <a:t>‹#›</a:t>
            </a:fld>
            <a:endParaRPr lang="en-US" altLang="en-US"/>
          </a:p>
        </p:txBody>
      </p:sp>
    </p:spTree>
    <p:extLst>
      <p:ext uri="{BB962C8B-B14F-4D97-AF65-F5344CB8AC3E}">
        <p14:creationId xmlns:p14="http://schemas.microsoft.com/office/powerpoint/2010/main" val="303541413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itle Text">
            <a:extLst>
              <a:ext uri="{FF2B5EF4-FFF2-40B4-BE49-F238E27FC236}">
                <a16:creationId xmlns:a16="http://schemas.microsoft.com/office/drawing/2014/main" id="{ABC80E63-1BD9-8BA2-E85E-57D09ACCCE73}"/>
              </a:ext>
            </a:extLst>
          </p:cNvPr>
          <p:cNvSpPr txBox="1">
            <a:spLocks noGrp="1" noChangeArrowheads="1"/>
          </p:cNvSpPr>
          <p:nvPr>
            <p:ph type="title"/>
          </p:nvPr>
        </p:nvSpPr>
        <p:spPr bwMode="auto">
          <a:xfrm>
            <a:off x="914400" y="138113"/>
            <a:ext cx="1645920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ctr" anchorCtr="0" compatLnSpc="1">
            <a:prstTxWarp prst="textNoShape">
              <a:avLst/>
            </a:prstTxWarp>
          </a:bodyPr>
          <a:lstStyle/>
          <a:p>
            <a:pPr lvl="0"/>
            <a:r>
              <a:rPr lang="en-US" altLang="en-US">
                <a:sym typeface="Calibri" panose="020F0502020204030204" pitchFamily="34" charset="0"/>
              </a:rPr>
              <a:t>Title Text</a:t>
            </a:r>
          </a:p>
        </p:txBody>
      </p:sp>
      <p:sp>
        <p:nvSpPr>
          <p:cNvPr id="1027" name="Body Level One…">
            <a:extLst>
              <a:ext uri="{FF2B5EF4-FFF2-40B4-BE49-F238E27FC236}">
                <a16:creationId xmlns:a16="http://schemas.microsoft.com/office/drawing/2014/main" id="{633527B5-BD4C-511F-7B92-F3AC7EEA6129}"/>
              </a:ext>
            </a:extLst>
          </p:cNvPr>
          <p:cNvSpPr txBox="1">
            <a:spLocks noGrp="1" noChangeArrowheads="1"/>
          </p:cNvSpPr>
          <p:nvPr>
            <p:ph type="body" idx="1"/>
          </p:nvPr>
        </p:nvSpPr>
        <p:spPr bwMode="auto">
          <a:xfrm>
            <a:off x="914400" y="2400300"/>
            <a:ext cx="16459200" cy="788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t" anchorCtr="0" compatLnSpc="1">
            <a:prstTxWarp prst="textNoShape">
              <a:avLst/>
            </a:prstTxWarp>
          </a:bodyPr>
          <a:lstStyle/>
          <a:p>
            <a:pPr lvl="0"/>
            <a:r>
              <a:rPr lang="en-US" altLang="en-US">
                <a:sym typeface="Calibri" panose="020F0502020204030204" pitchFamily="34" charset="0"/>
              </a:rPr>
              <a:t>Body Level One</a:t>
            </a:r>
          </a:p>
          <a:p>
            <a:pPr lvl="1"/>
            <a:r>
              <a:rPr lang="en-US" altLang="en-US">
                <a:sym typeface="Calibri" panose="020F0502020204030204" pitchFamily="34" charset="0"/>
              </a:rPr>
              <a:t>Body Level Two</a:t>
            </a:r>
          </a:p>
          <a:p>
            <a:pPr lvl="2"/>
            <a:r>
              <a:rPr lang="en-US" altLang="en-US">
                <a:sym typeface="Calibri" panose="020F0502020204030204" pitchFamily="34" charset="0"/>
              </a:rPr>
              <a:t>Body Level Three</a:t>
            </a:r>
          </a:p>
          <a:p>
            <a:pPr lvl="3"/>
            <a:r>
              <a:rPr lang="en-US" altLang="en-US">
                <a:sym typeface="Calibri" panose="020F0502020204030204" pitchFamily="34" charset="0"/>
              </a:rPr>
              <a:t>Body Level Four</a:t>
            </a:r>
          </a:p>
          <a:p>
            <a:pPr lvl="4"/>
            <a:r>
              <a:rPr lang="en-US" altLang="en-US">
                <a:sym typeface="Calibri" panose="020F0502020204030204" pitchFamily="34" charset="0"/>
              </a:rPr>
              <a:t>Body Level Five</a:t>
            </a:r>
          </a:p>
        </p:txBody>
      </p:sp>
      <p:sp>
        <p:nvSpPr>
          <p:cNvPr id="1028" name="Slide Number">
            <a:extLst>
              <a:ext uri="{FF2B5EF4-FFF2-40B4-BE49-F238E27FC236}">
                <a16:creationId xmlns:a16="http://schemas.microsoft.com/office/drawing/2014/main" id="{F2DC3FFE-5F56-4562-F61A-89F9FB67706A}"/>
              </a:ext>
            </a:extLst>
          </p:cNvPr>
          <p:cNvSpPr txBox="1">
            <a:spLocks noGrp="1" noChangeArrowheads="1"/>
          </p:cNvSpPr>
          <p:nvPr>
            <p:ph type="sldNum" sz="quarter" idx="2"/>
          </p:nvPr>
        </p:nvSpPr>
        <p:spPr bwMode="auto">
          <a:xfrm>
            <a:off x="8428038" y="6415088"/>
            <a:ext cx="258762" cy="247650"/>
          </a:xfrm>
          <a:prstGeom prst="rect">
            <a:avLst/>
          </a:prstGeom>
          <a:noFill/>
          <a:ln>
            <a:noFill/>
          </a:ln>
        </p:spPr>
        <p:txBody>
          <a:bodyPr vert="horz" wrap="none" lIns="45719" tIns="45720" rIns="45719" bIns="45720" numCol="1" anchor="ctr" anchorCtr="0" compatLnSpc="1">
            <a:prstTxWarp prst="textNoShape">
              <a:avLst/>
            </a:prstTxWarp>
            <a:spAutoFit/>
          </a:bodyPr>
          <a:lstStyle>
            <a:lvl1pPr algn="r" eaLnBrk="1">
              <a:defRPr sz="1200">
                <a:solidFill>
                  <a:srgbClr val="888888"/>
                </a:solidFill>
                <a:cs typeface="Calibri" panose="020F0502020204030204" pitchFamily="34" charset="0"/>
              </a:defRPr>
            </a:lvl1pPr>
          </a:lstStyle>
          <a:p>
            <a:pPr>
              <a:defRPr/>
            </a:pPr>
            <a:fld id="{DA0DF290-B51F-47C0-BEAD-C91EE9FA492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2pPr>
      <a:lvl3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3pPr>
      <a:lvl4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4pPr>
      <a:lvl5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342900" indent="-342900"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1pPr>
      <a:lvl2pPr marL="782638" indent="-325438"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2pPr>
      <a:lvl3pPr marL="1219200" indent="-304800"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3pPr>
      <a:lvl4pPr marL="1736725" indent="-365125"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4pPr>
      <a:lvl5pPr marL="2193925" indent="-365125"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074" name="Freeform 11">
            <a:extLst>
              <a:ext uri="{FF2B5EF4-FFF2-40B4-BE49-F238E27FC236}">
                <a16:creationId xmlns:a16="http://schemas.microsoft.com/office/drawing/2014/main" id="{383DE7C9-13B0-2B5F-EC68-646A40FD6C3E}"/>
              </a:ext>
            </a:extLst>
          </p:cNvPr>
          <p:cNvSpPr>
            <a:spLocks noChangeArrowheads="1"/>
          </p:cNvSpPr>
          <p:nvPr/>
        </p:nvSpPr>
        <p:spPr bwMode="auto">
          <a:xfrm>
            <a:off x="11761788" y="-9632950"/>
            <a:ext cx="10995025" cy="10995025"/>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3075" name="Freeform 20">
            <a:extLst>
              <a:ext uri="{FF2B5EF4-FFF2-40B4-BE49-F238E27FC236}">
                <a16:creationId xmlns:a16="http://schemas.microsoft.com/office/drawing/2014/main" id="{68614414-9940-D4B5-E1A4-F0FCDFEEF36D}"/>
              </a:ext>
            </a:extLst>
          </p:cNvPr>
          <p:cNvSpPr>
            <a:spLocks noChangeArrowheads="1"/>
          </p:cNvSpPr>
          <p:nvPr/>
        </p:nvSpPr>
        <p:spPr bwMode="auto">
          <a:xfrm>
            <a:off x="-9966325" y="-1382713"/>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pic>
        <p:nvPicPr>
          <p:cNvPr id="3076" name="Picture 22" descr="Picture 22">
            <a:extLst>
              <a:ext uri="{FF2B5EF4-FFF2-40B4-BE49-F238E27FC236}">
                <a16:creationId xmlns:a16="http://schemas.microsoft.com/office/drawing/2014/main" id="{928BF39F-388C-FB3D-9EDE-76B29ACC7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196850"/>
            <a:ext cx="4752975"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077" name="TextBox 23">
            <a:extLst>
              <a:ext uri="{FF2B5EF4-FFF2-40B4-BE49-F238E27FC236}">
                <a16:creationId xmlns:a16="http://schemas.microsoft.com/office/drawing/2014/main" id="{049A0A6D-DF43-C92D-7911-E4F3EEA24470}"/>
              </a:ext>
            </a:extLst>
          </p:cNvPr>
          <p:cNvSpPr txBox="1">
            <a:spLocks noChangeArrowheads="1"/>
          </p:cNvSpPr>
          <p:nvPr/>
        </p:nvSpPr>
        <p:spPr bwMode="auto">
          <a:xfrm>
            <a:off x="1404938" y="1608138"/>
            <a:ext cx="15835312"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3200">
                <a:latin typeface="Cambria" panose="02040503050406030204" pitchFamily="18" charset="0"/>
                <a:sym typeface="Cambria" panose="02040503050406030204" pitchFamily="18" charset="0"/>
              </a:rPr>
              <a:t>Vel Tech Rangarajan Dr. Sagunthala R&amp;D Institute of Science and Technology</a:t>
            </a:r>
          </a:p>
          <a:p>
            <a:pPr algn="ctr" eaLnBrk="1"/>
            <a:r>
              <a:rPr lang="en-US" altLang="en-US" sz="3600">
                <a:latin typeface="Cambria" panose="02040503050406030204" pitchFamily="18" charset="0"/>
                <a:sym typeface="Cambria" panose="02040503050406030204" pitchFamily="18" charset="0"/>
              </a:rPr>
              <a:t>School of Computing </a:t>
            </a:r>
          </a:p>
          <a:p>
            <a:pPr algn="ctr" eaLnBrk="1"/>
            <a:r>
              <a:rPr lang="en-US" altLang="en-US" sz="3200">
                <a:latin typeface="Cambria" panose="02040503050406030204" pitchFamily="18" charset="0"/>
                <a:sym typeface="Cambria" panose="02040503050406030204" pitchFamily="18" charset="0"/>
              </a:rPr>
              <a:t>Department of Computer Science and Engineering</a:t>
            </a:r>
          </a:p>
        </p:txBody>
      </p:sp>
      <p:sp>
        <p:nvSpPr>
          <p:cNvPr id="3078" name="TextBox 25">
            <a:extLst>
              <a:ext uri="{FF2B5EF4-FFF2-40B4-BE49-F238E27FC236}">
                <a16:creationId xmlns:a16="http://schemas.microsoft.com/office/drawing/2014/main" id="{444D08B8-3F71-8C91-01AB-C0B3A66D3C1F}"/>
              </a:ext>
            </a:extLst>
          </p:cNvPr>
          <p:cNvSpPr txBox="1">
            <a:spLocks noChangeArrowheads="1"/>
          </p:cNvSpPr>
          <p:nvPr/>
        </p:nvSpPr>
        <p:spPr bwMode="auto">
          <a:xfrm>
            <a:off x="1738313" y="3271838"/>
            <a:ext cx="151685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2800" b="1">
                <a:solidFill>
                  <a:srgbClr val="0033CC"/>
                </a:solidFill>
                <a:latin typeface="Bookman Old Style" panose="02050604050505020204" pitchFamily="18" charset="0"/>
                <a:sym typeface="Bookman Old Style" panose="02050604050505020204" pitchFamily="18" charset="0"/>
              </a:rPr>
              <a:t>10211CS224 / FULL STACK APPLICATION DEVELOPMENT (JAVA)</a:t>
            </a:r>
          </a:p>
        </p:txBody>
      </p:sp>
      <p:sp>
        <p:nvSpPr>
          <p:cNvPr id="3079" name="TextBox 26">
            <a:extLst>
              <a:ext uri="{FF2B5EF4-FFF2-40B4-BE49-F238E27FC236}">
                <a16:creationId xmlns:a16="http://schemas.microsoft.com/office/drawing/2014/main" id="{1A9C8D13-6BEF-0EBC-266C-1949CBD46E9F}"/>
              </a:ext>
            </a:extLst>
          </p:cNvPr>
          <p:cNvSpPr txBox="1">
            <a:spLocks noChangeArrowheads="1"/>
          </p:cNvSpPr>
          <p:nvPr/>
        </p:nvSpPr>
        <p:spPr bwMode="auto">
          <a:xfrm>
            <a:off x="3773488" y="3897313"/>
            <a:ext cx="1109821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3600" b="1" dirty="0">
                <a:solidFill>
                  <a:srgbClr val="C00000"/>
                </a:solidFill>
                <a:latin typeface="Arial" panose="020B0604020202020204" pitchFamily="34" charset="0"/>
                <a:cs typeface="Arial" panose="020B0604020202020204" pitchFamily="34" charset="0"/>
                <a:sym typeface="Arial" panose="020B0604020202020204" pitchFamily="34" charset="0"/>
              </a:rPr>
              <a:t>END SEMESTER PROJECT REVIEW</a:t>
            </a:r>
          </a:p>
          <a:p>
            <a:pPr algn="ctr" eaLnBrk="1"/>
            <a:endParaRPr lang="en-US" altLang="en-US" sz="3600" b="1" dirty="0">
              <a:solidFill>
                <a:srgbClr val="C00000"/>
              </a:solidFill>
              <a:latin typeface="Arial" panose="020B0604020202020204" pitchFamily="34" charset="0"/>
              <a:cs typeface="Arial" panose="020B0604020202020204" pitchFamily="34" charset="0"/>
              <a:sym typeface="Arial" panose="020B0604020202020204" pitchFamily="34" charset="0"/>
            </a:endParaRPr>
          </a:p>
          <a:p>
            <a:pPr algn="ctr" eaLnBrk="1"/>
            <a:r>
              <a:rPr lang="en-US" altLang="en-US" sz="3600" b="1" dirty="0">
                <a:solidFill>
                  <a:srgbClr val="C00000"/>
                </a:solidFill>
                <a:latin typeface="Arial" panose="020B0604020202020204" pitchFamily="34" charset="0"/>
                <a:cs typeface="Arial" panose="020B0604020202020204" pitchFamily="34" charset="0"/>
                <a:sym typeface="Arial" panose="020B0604020202020204" pitchFamily="34" charset="0"/>
              </a:rPr>
              <a:t>Date: 06-05-2026</a:t>
            </a:r>
          </a:p>
        </p:txBody>
      </p:sp>
      <p:sp>
        <p:nvSpPr>
          <p:cNvPr id="3080" name="TextBox 12">
            <a:extLst>
              <a:ext uri="{FF2B5EF4-FFF2-40B4-BE49-F238E27FC236}">
                <a16:creationId xmlns:a16="http://schemas.microsoft.com/office/drawing/2014/main" id="{734E7C2A-FCE1-90D0-5733-083AB478EC91}"/>
              </a:ext>
            </a:extLst>
          </p:cNvPr>
          <p:cNvSpPr txBox="1">
            <a:spLocks noChangeArrowheads="1"/>
          </p:cNvSpPr>
          <p:nvPr/>
        </p:nvSpPr>
        <p:spPr bwMode="auto">
          <a:xfrm>
            <a:off x="1547813" y="6057900"/>
            <a:ext cx="15692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32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en-US" sz="3200" b="1">
                <a:latin typeface="Times New Roman" panose="02020603050405020304" pitchFamily="18" charset="0"/>
              </a:rPr>
              <a:t> Ticket Booking of an Internal Department Event</a:t>
            </a:r>
            <a:endParaRPr lang="en-US" altLang="en-US" sz="32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081" name="TextBox 13">
            <a:extLst>
              <a:ext uri="{FF2B5EF4-FFF2-40B4-BE49-F238E27FC236}">
                <a16:creationId xmlns:a16="http://schemas.microsoft.com/office/drawing/2014/main" id="{574101FA-622F-CB00-6B8E-8D0F9286E50B}"/>
              </a:ext>
            </a:extLst>
          </p:cNvPr>
          <p:cNvSpPr txBox="1">
            <a:spLocks noChangeArrowheads="1"/>
          </p:cNvSpPr>
          <p:nvPr/>
        </p:nvSpPr>
        <p:spPr bwMode="auto">
          <a:xfrm>
            <a:off x="939800" y="7800975"/>
            <a:ext cx="8975725"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lnSpc>
                <a:spcPct val="150000"/>
              </a:lnSpc>
            </a:pPr>
            <a:r>
              <a:rPr lang="en-US" altLang="en-US" sz="3000" dirty="0">
                <a:latin typeface="Cambria" panose="02040503050406030204" pitchFamily="18" charset="0"/>
                <a:sym typeface="Cambria" panose="02040503050406030204" pitchFamily="18" charset="0"/>
              </a:rPr>
              <a:t>Presented By:</a:t>
            </a:r>
          </a:p>
          <a:p>
            <a:pPr eaLnBrk="1">
              <a:lnSpc>
                <a:spcPct val="150000"/>
              </a:lnSpc>
            </a:pPr>
            <a:r>
              <a:rPr lang="en-US" altLang="en-US" sz="3000" dirty="0">
                <a:latin typeface="Cambria" panose="02040503050406030204" pitchFamily="18" charset="0"/>
                <a:sym typeface="Cambria" panose="02040503050406030204" pitchFamily="18" charset="0"/>
              </a:rPr>
              <a:t>STUDENT NAME :C.VENU TEJA</a:t>
            </a:r>
          </a:p>
          <a:p>
            <a:pPr eaLnBrk="1">
              <a:lnSpc>
                <a:spcPct val="150000"/>
              </a:lnSpc>
            </a:pPr>
            <a:r>
              <a:rPr lang="en-US" altLang="en-US" sz="3000" dirty="0">
                <a:latin typeface="Cambria" panose="02040503050406030204" pitchFamily="18" charset="0"/>
                <a:sym typeface="Cambria" panose="02040503050406030204" pitchFamily="18" charset="0"/>
              </a:rPr>
              <a:t> VTU26420– Reg.No.23UECS0692</a:t>
            </a:r>
          </a:p>
        </p:txBody>
      </p:sp>
      <p:sp>
        <p:nvSpPr>
          <p:cNvPr id="3082" name="TextBox 14">
            <a:extLst>
              <a:ext uri="{FF2B5EF4-FFF2-40B4-BE49-F238E27FC236}">
                <a16:creationId xmlns:a16="http://schemas.microsoft.com/office/drawing/2014/main" id="{D6315EA7-096C-E6E5-64F7-810BF9C95F57}"/>
              </a:ext>
            </a:extLst>
          </p:cNvPr>
          <p:cNvSpPr txBox="1">
            <a:spLocks noChangeArrowheads="1"/>
          </p:cNvSpPr>
          <p:nvPr/>
        </p:nvSpPr>
        <p:spPr bwMode="auto">
          <a:xfrm>
            <a:off x="10990263" y="7818438"/>
            <a:ext cx="6823075" cy="208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lnSpc>
                <a:spcPct val="150000"/>
              </a:lnSpc>
            </a:pPr>
            <a:r>
              <a:rPr lang="en-US" altLang="en-US" sz="3000" dirty="0">
                <a:latin typeface="Cambria" panose="02040503050406030204" pitchFamily="18" charset="0"/>
                <a:sym typeface="Cambria" panose="02040503050406030204" pitchFamily="18" charset="0"/>
              </a:rPr>
              <a:t>Courses Handling Faculty:</a:t>
            </a:r>
          </a:p>
          <a:p>
            <a:pPr eaLnBrk="1">
              <a:lnSpc>
                <a:spcPct val="150000"/>
              </a:lnSpc>
            </a:pPr>
            <a:r>
              <a:rPr lang="en-US" altLang="en-US" sz="3000" dirty="0">
                <a:latin typeface="Cambria" panose="02040503050406030204" pitchFamily="18" charset="0"/>
                <a:sym typeface="Cambria" panose="02040503050406030204" pitchFamily="18" charset="0"/>
              </a:rPr>
              <a:t>Dr. HAFIZUR RAHMAN</a:t>
            </a:r>
          </a:p>
          <a:p>
            <a:pPr eaLnBrk="1">
              <a:lnSpc>
                <a:spcPct val="150000"/>
              </a:lnSpc>
            </a:pPr>
            <a:r>
              <a:rPr lang="en-US" altLang="en-US" sz="3000" dirty="0">
                <a:latin typeface="Cambria" panose="02040503050406030204" pitchFamily="18" charset="0"/>
                <a:sym typeface="Cambria" panose="02040503050406030204" pitchFamily="18" charset="0"/>
              </a:rPr>
              <a:t>Associate Professor</a:t>
            </a:r>
          </a:p>
        </p:txBody>
      </p:sp>
      <p:sp>
        <p:nvSpPr>
          <p:cNvPr id="3083" name="TextBox 15">
            <a:extLst>
              <a:ext uri="{FF2B5EF4-FFF2-40B4-BE49-F238E27FC236}">
                <a16:creationId xmlns:a16="http://schemas.microsoft.com/office/drawing/2014/main" id="{ECAE6757-F909-2EE7-521E-D331CA8010B9}"/>
              </a:ext>
            </a:extLst>
          </p:cNvPr>
          <p:cNvSpPr txBox="1">
            <a:spLocks noChangeArrowheads="1"/>
          </p:cNvSpPr>
          <p:nvPr/>
        </p:nvSpPr>
        <p:spPr bwMode="auto">
          <a:xfrm>
            <a:off x="2255838" y="6972300"/>
            <a:ext cx="146510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2000">
                <a:latin typeface="Cambria" panose="02040503050406030204" pitchFamily="18" charset="0"/>
                <a:sym typeface="Cambria" panose="02040503050406030204" pitchFamily="18" charset="0"/>
              </a:rPr>
              <a:t>                             </a:t>
            </a:r>
            <a:r>
              <a:rPr lang="en-US" altLang="en-US" sz="2400">
                <a:latin typeface="Cambria" panose="02040503050406030204" pitchFamily="18" charset="0"/>
                <a:sym typeface="Cambria" panose="02040503050406030204" pitchFamily="18" charset="0"/>
              </a:rPr>
              <a:t>SDG</a:t>
            </a:r>
            <a:r>
              <a:rPr lang="en-US" altLang="en-US" sz="2000">
                <a:latin typeface="Cambria" panose="02040503050406030204" pitchFamily="18" charset="0"/>
                <a:sym typeface="Cambria" panose="02040503050406030204" pitchFamily="18" charset="0"/>
              </a:rPr>
              <a:t> :  </a:t>
            </a:r>
            <a:r>
              <a:rPr lang="en-US" altLang="en-US" sz="2400">
                <a:latin typeface="Times New Roman" panose="02020603050405020304" pitchFamily="18" charset="0"/>
                <a:cs typeface="Times New Roman" panose="02020603050405020304" pitchFamily="18" charset="0"/>
                <a:sym typeface="Times New Roman" panose="02020603050405020304" pitchFamily="18" charset="0"/>
              </a:rPr>
              <a:t>SDG 4 – Quality Education and SDG 8 – Decent Work and Economic Growth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4098" name="Freeform 8">
            <a:extLst>
              <a:ext uri="{FF2B5EF4-FFF2-40B4-BE49-F238E27FC236}">
                <a16:creationId xmlns:a16="http://schemas.microsoft.com/office/drawing/2014/main" id="{35938504-FCDD-1D3E-197D-0360AAEF3438}"/>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grpSp>
        <p:nvGrpSpPr>
          <p:cNvPr id="4099" name="Group 9">
            <a:extLst>
              <a:ext uri="{FF2B5EF4-FFF2-40B4-BE49-F238E27FC236}">
                <a16:creationId xmlns:a16="http://schemas.microsoft.com/office/drawing/2014/main" id="{918D7B24-20BB-AF13-8BE0-FE16D5975797}"/>
              </a:ext>
            </a:extLst>
          </p:cNvPr>
          <p:cNvGrpSpPr>
            <a:grpSpLocks/>
          </p:cNvGrpSpPr>
          <p:nvPr/>
        </p:nvGrpSpPr>
        <p:grpSpPr bwMode="auto">
          <a:xfrm>
            <a:off x="706438" y="1952625"/>
            <a:ext cx="992187" cy="992188"/>
            <a:chOff x="0" y="0"/>
            <a:chExt cx="992462" cy="992462"/>
          </a:xfrm>
        </p:grpSpPr>
        <p:sp>
          <p:nvSpPr>
            <p:cNvPr id="4126" name="Freeform 10">
              <a:extLst>
                <a:ext uri="{FF2B5EF4-FFF2-40B4-BE49-F238E27FC236}">
                  <a16:creationId xmlns:a16="http://schemas.microsoft.com/office/drawing/2014/main" id="{FF5E4F6B-A8C0-A36F-8245-C69D197FBA74}"/>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7" name="TextBox 11">
              <a:extLst>
                <a:ext uri="{FF2B5EF4-FFF2-40B4-BE49-F238E27FC236}">
                  <a16:creationId xmlns:a16="http://schemas.microsoft.com/office/drawing/2014/main" id="{F2319AAD-2FC3-81DF-EC5A-40F4D3FC82DB}"/>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1</a:t>
              </a:r>
            </a:p>
          </p:txBody>
        </p:sp>
      </p:grpSp>
      <p:grpSp>
        <p:nvGrpSpPr>
          <p:cNvPr id="4100" name="Group 12">
            <a:extLst>
              <a:ext uri="{FF2B5EF4-FFF2-40B4-BE49-F238E27FC236}">
                <a16:creationId xmlns:a16="http://schemas.microsoft.com/office/drawing/2014/main" id="{C652218B-E512-BF68-896C-15F139ABDBF8}"/>
              </a:ext>
            </a:extLst>
          </p:cNvPr>
          <p:cNvGrpSpPr>
            <a:grpSpLocks/>
          </p:cNvGrpSpPr>
          <p:nvPr/>
        </p:nvGrpSpPr>
        <p:grpSpPr bwMode="auto">
          <a:xfrm>
            <a:off x="947738" y="4446588"/>
            <a:ext cx="508000" cy="544512"/>
            <a:chOff x="0" y="0"/>
            <a:chExt cx="508157" cy="543804"/>
          </a:xfrm>
        </p:grpSpPr>
        <p:sp>
          <p:nvSpPr>
            <p:cNvPr id="4124" name="Freeform 13">
              <a:extLst>
                <a:ext uri="{FF2B5EF4-FFF2-40B4-BE49-F238E27FC236}">
                  <a16:creationId xmlns:a16="http://schemas.microsoft.com/office/drawing/2014/main" id="{3BA9222D-7385-2370-4446-14113D24DC8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5" name="TextBox 14">
              <a:extLst>
                <a:ext uri="{FF2B5EF4-FFF2-40B4-BE49-F238E27FC236}">
                  <a16:creationId xmlns:a16="http://schemas.microsoft.com/office/drawing/2014/main" id="{20894D4D-77B2-998F-C01B-AEEFBEAB9BA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4101" name="Group 15">
            <a:extLst>
              <a:ext uri="{FF2B5EF4-FFF2-40B4-BE49-F238E27FC236}">
                <a16:creationId xmlns:a16="http://schemas.microsoft.com/office/drawing/2014/main" id="{67F50428-0EB6-C78E-2188-6858AFD230F7}"/>
              </a:ext>
            </a:extLst>
          </p:cNvPr>
          <p:cNvGrpSpPr>
            <a:grpSpLocks/>
          </p:cNvGrpSpPr>
          <p:nvPr/>
        </p:nvGrpSpPr>
        <p:grpSpPr bwMode="auto">
          <a:xfrm>
            <a:off x="947738" y="3106738"/>
            <a:ext cx="508000" cy="544512"/>
            <a:chOff x="0" y="0"/>
            <a:chExt cx="508157" cy="543804"/>
          </a:xfrm>
        </p:grpSpPr>
        <p:sp>
          <p:nvSpPr>
            <p:cNvPr id="4122" name="Freeform 16">
              <a:extLst>
                <a:ext uri="{FF2B5EF4-FFF2-40B4-BE49-F238E27FC236}">
                  <a16:creationId xmlns:a16="http://schemas.microsoft.com/office/drawing/2014/main" id="{74499DDA-2F3E-E420-40CB-16882B190E3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3" name="TextBox 17">
              <a:extLst>
                <a:ext uri="{FF2B5EF4-FFF2-40B4-BE49-F238E27FC236}">
                  <a16:creationId xmlns:a16="http://schemas.microsoft.com/office/drawing/2014/main" id="{D4F4679A-D7E4-A1B6-B1E3-A0ECC56FF81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4102" name="Group 18">
            <a:extLst>
              <a:ext uri="{FF2B5EF4-FFF2-40B4-BE49-F238E27FC236}">
                <a16:creationId xmlns:a16="http://schemas.microsoft.com/office/drawing/2014/main" id="{E8FA80EC-697F-2A73-41CB-D39F3C987D81}"/>
              </a:ext>
            </a:extLst>
          </p:cNvPr>
          <p:cNvGrpSpPr>
            <a:grpSpLocks/>
          </p:cNvGrpSpPr>
          <p:nvPr/>
        </p:nvGrpSpPr>
        <p:grpSpPr bwMode="auto">
          <a:xfrm>
            <a:off x="947738" y="5116513"/>
            <a:ext cx="508000" cy="542925"/>
            <a:chOff x="0" y="0"/>
            <a:chExt cx="508157" cy="543804"/>
          </a:xfrm>
        </p:grpSpPr>
        <p:sp>
          <p:nvSpPr>
            <p:cNvPr id="4120" name="Freeform 19">
              <a:extLst>
                <a:ext uri="{FF2B5EF4-FFF2-40B4-BE49-F238E27FC236}">
                  <a16:creationId xmlns:a16="http://schemas.microsoft.com/office/drawing/2014/main" id="{7DE6FC9E-7A3E-7D99-A840-0BBC99A3F2F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1" name="TextBox 20">
              <a:extLst>
                <a:ext uri="{FF2B5EF4-FFF2-40B4-BE49-F238E27FC236}">
                  <a16:creationId xmlns:a16="http://schemas.microsoft.com/office/drawing/2014/main" id="{F0A9E997-3453-7EC2-189F-F3FE9ED7AE5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4103" name="Group 21">
            <a:extLst>
              <a:ext uri="{FF2B5EF4-FFF2-40B4-BE49-F238E27FC236}">
                <a16:creationId xmlns:a16="http://schemas.microsoft.com/office/drawing/2014/main" id="{868493FA-CD5C-8EE7-0E51-6AE874FA2B5F}"/>
              </a:ext>
            </a:extLst>
          </p:cNvPr>
          <p:cNvGrpSpPr>
            <a:grpSpLocks/>
          </p:cNvGrpSpPr>
          <p:nvPr/>
        </p:nvGrpSpPr>
        <p:grpSpPr bwMode="auto">
          <a:xfrm>
            <a:off x="947738" y="3776663"/>
            <a:ext cx="508000" cy="542925"/>
            <a:chOff x="0" y="0"/>
            <a:chExt cx="508157" cy="543804"/>
          </a:xfrm>
        </p:grpSpPr>
        <p:sp>
          <p:nvSpPr>
            <p:cNvPr id="4118" name="Freeform 22">
              <a:extLst>
                <a:ext uri="{FF2B5EF4-FFF2-40B4-BE49-F238E27FC236}">
                  <a16:creationId xmlns:a16="http://schemas.microsoft.com/office/drawing/2014/main" id="{62A358FB-0495-4BFD-9EAE-828B73DD59E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9" name="TextBox 23">
              <a:extLst>
                <a:ext uri="{FF2B5EF4-FFF2-40B4-BE49-F238E27FC236}">
                  <a16:creationId xmlns:a16="http://schemas.microsoft.com/office/drawing/2014/main" id="{284DB36F-7D96-2F57-D936-77563176CC2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4104" name="Group 24">
            <a:extLst>
              <a:ext uri="{FF2B5EF4-FFF2-40B4-BE49-F238E27FC236}">
                <a16:creationId xmlns:a16="http://schemas.microsoft.com/office/drawing/2014/main" id="{432BE54E-5866-5E30-E954-356A533F4B73}"/>
              </a:ext>
            </a:extLst>
          </p:cNvPr>
          <p:cNvGrpSpPr>
            <a:grpSpLocks/>
          </p:cNvGrpSpPr>
          <p:nvPr/>
        </p:nvGrpSpPr>
        <p:grpSpPr bwMode="auto">
          <a:xfrm>
            <a:off x="947738" y="6456363"/>
            <a:ext cx="508000" cy="542925"/>
            <a:chOff x="0" y="0"/>
            <a:chExt cx="508157" cy="543804"/>
          </a:xfrm>
        </p:grpSpPr>
        <p:sp>
          <p:nvSpPr>
            <p:cNvPr id="4116" name="Freeform 25">
              <a:extLst>
                <a:ext uri="{FF2B5EF4-FFF2-40B4-BE49-F238E27FC236}">
                  <a16:creationId xmlns:a16="http://schemas.microsoft.com/office/drawing/2014/main" id="{EA15AAD3-9A38-EC76-46F6-620A23320D1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7" name="TextBox 26">
              <a:extLst>
                <a:ext uri="{FF2B5EF4-FFF2-40B4-BE49-F238E27FC236}">
                  <a16:creationId xmlns:a16="http://schemas.microsoft.com/office/drawing/2014/main" id="{BA27A173-1B27-BDA4-C235-14000CBF035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4105" name="Group 27">
            <a:extLst>
              <a:ext uri="{FF2B5EF4-FFF2-40B4-BE49-F238E27FC236}">
                <a16:creationId xmlns:a16="http://schemas.microsoft.com/office/drawing/2014/main" id="{2DF84AC3-4B03-DD0C-D4A9-1B1842B74911}"/>
              </a:ext>
            </a:extLst>
          </p:cNvPr>
          <p:cNvGrpSpPr>
            <a:grpSpLocks/>
          </p:cNvGrpSpPr>
          <p:nvPr/>
        </p:nvGrpSpPr>
        <p:grpSpPr bwMode="auto">
          <a:xfrm>
            <a:off x="947738" y="5784850"/>
            <a:ext cx="508000" cy="544513"/>
            <a:chOff x="0" y="0"/>
            <a:chExt cx="508157" cy="543804"/>
          </a:xfrm>
        </p:grpSpPr>
        <p:sp>
          <p:nvSpPr>
            <p:cNvPr id="4114" name="Freeform 28">
              <a:extLst>
                <a:ext uri="{FF2B5EF4-FFF2-40B4-BE49-F238E27FC236}">
                  <a16:creationId xmlns:a16="http://schemas.microsoft.com/office/drawing/2014/main" id="{0C9010FB-00C7-1F34-AC41-4E8B216F2D9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5" name="TextBox 29">
              <a:extLst>
                <a:ext uri="{FF2B5EF4-FFF2-40B4-BE49-F238E27FC236}">
                  <a16:creationId xmlns:a16="http://schemas.microsoft.com/office/drawing/2014/main" id="{76DCE647-429E-A3DB-E4DF-643847D0322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4106" name="Group 36">
            <a:extLst>
              <a:ext uri="{FF2B5EF4-FFF2-40B4-BE49-F238E27FC236}">
                <a16:creationId xmlns:a16="http://schemas.microsoft.com/office/drawing/2014/main" id="{EE23DFC4-6C65-E268-A0AD-682B43B89E39}"/>
              </a:ext>
            </a:extLst>
          </p:cNvPr>
          <p:cNvGrpSpPr>
            <a:grpSpLocks/>
          </p:cNvGrpSpPr>
          <p:nvPr/>
        </p:nvGrpSpPr>
        <p:grpSpPr bwMode="auto">
          <a:xfrm>
            <a:off x="947738" y="7123113"/>
            <a:ext cx="508000" cy="544512"/>
            <a:chOff x="0" y="0"/>
            <a:chExt cx="508157" cy="543804"/>
          </a:xfrm>
        </p:grpSpPr>
        <p:sp>
          <p:nvSpPr>
            <p:cNvPr id="4112" name="Freeform 37">
              <a:extLst>
                <a:ext uri="{FF2B5EF4-FFF2-40B4-BE49-F238E27FC236}">
                  <a16:creationId xmlns:a16="http://schemas.microsoft.com/office/drawing/2014/main" id="{E3AC3B1B-3D90-9347-6532-BD52E547E44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3" name="TextBox 38">
              <a:extLst>
                <a:ext uri="{FF2B5EF4-FFF2-40B4-BE49-F238E27FC236}">
                  <a16:creationId xmlns:a16="http://schemas.microsoft.com/office/drawing/2014/main" id="{CC672254-0B64-84B7-03CE-7A672669866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4107" name="Group 39">
            <a:extLst>
              <a:ext uri="{FF2B5EF4-FFF2-40B4-BE49-F238E27FC236}">
                <a16:creationId xmlns:a16="http://schemas.microsoft.com/office/drawing/2014/main" id="{99FAA170-EE17-BE9C-ECDB-B22CF306B842}"/>
              </a:ext>
            </a:extLst>
          </p:cNvPr>
          <p:cNvGrpSpPr>
            <a:grpSpLocks/>
          </p:cNvGrpSpPr>
          <p:nvPr/>
        </p:nvGrpSpPr>
        <p:grpSpPr bwMode="auto">
          <a:xfrm>
            <a:off x="947738" y="7791450"/>
            <a:ext cx="508000" cy="542925"/>
            <a:chOff x="0" y="0"/>
            <a:chExt cx="508157" cy="543804"/>
          </a:xfrm>
        </p:grpSpPr>
        <p:sp>
          <p:nvSpPr>
            <p:cNvPr id="4110" name="Freeform 40">
              <a:extLst>
                <a:ext uri="{FF2B5EF4-FFF2-40B4-BE49-F238E27FC236}">
                  <a16:creationId xmlns:a16="http://schemas.microsoft.com/office/drawing/2014/main" id="{B8D18DB7-B765-6E69-2CEE-1758CBA1EFF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1" name="TextBox 41">
              <a:extLst>
                <a:ext uri="{FF2B5EF4-FFF2-40B4-BE49-F238E27FC236}">
                  <a16:creationId xmlns:a16="http://schemas.microsoft.com/office/drawing/2014/main" id="{0FE1B652-C4CB-CCC7-AEDC-D57B24DA350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4108" name="TextBox 1">
            <a:extLst>
              <a:ext uri="{FF2B5EF4-FFF2-40B4-BE49-F238E27FC236}">
                <a16:creationId xmlns:a16="http://schemas.microsoft.com/office/drawing/2014/main" id="{A49C9961-A88B-805E-670F-8540AA822012}"/>
              </a:ext>
            </a:extLst>
          </p:cNvPr>
          <p:cNvSpPr txBox="1">
            <a:spLocks noChangeArrowheads="1"/>
          </p:cNvSpPr>
          <p:nvPr/>
        </p:nvSpPr>
        <p:spPr bwMode="auto">
          <a:xfrm>
            <a:off x="198438" y="342900"/>
            <a:ext cx="180435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26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INTRODUCTION</a:t>
            </a:r>
          </a:p>
        </p:txBody>
      </p:sp>
      <p:sp>
        <p:nvSpPr>
          <p:cNvPr id="134" name="TextBox 2">
            <a:extLst>
              <a:ext uri="{FF2B5EF4-FFF2-40B4-BE49-F238E27FC236}">
                <a16:creationId xmlns:a16="http://schemas.microsoft.com/office/drawing/2014/main" id="{5F8BCF88-2194-D997-654D-07EC74FEF88A}"/>
              </a:ext>
            </a:extLst>
          </p:cNvPr>
          <p:cNvSpPr txBox="1"/>
          <p:nvPr/>
        </p:nvSpPr>
        <p:spPr>
          <a:xfrm>
            <a:off x="2255838" y="1638300"/>
            <a:ext cx="14990762" cy="6986588"/>
          </a:xfrm>
          <a:prstGeom prst="rect">
            <a:avLst/>
          </a:prstGeom>
          <a:ln w="12700">
            <a:miter lim="400000"/>
          </a:ln>
        </p:spPr>
        <p:txBody>
          <a:bodyPr lIns="45719" rIns="45719">
            <a:spAutoFit/>
          </a:bodyPr>
          <a:lstStyle/>
          <a:p>
            <a:pPr>
              <a:defRPr/>
            </a:pPr>
            <a:r>
              <a:rPr lang="en-ID" sz="2800" b="1" dirty="0">
                <a:latin typeface="Times New Roman" panose="02020603050405020304" pitchFamily="18" charset="0"/>
                <a:cs typeface="Times New Roman" panose="02020603050405020304" pitchFamily="18" charset="0"/>
              </a:rPr>
              <a:t>Ticket Booking Web Application</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The rapid growth of digital technologies has transformed the way events are managed and accessed.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Traditional ticket booking methods are often time-consuming, manual, and prone to errors.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To overcome these limitations, a web-based ticket booking system provides a simple and efficient solution.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This project focuses on designing and developing a </a:t>
            </a:r>
            <a:r>
              <a:rPr lang="en-ID" sz="2800" b="1" dirty="0">
                <a:latin typeface="Times New Roman" panose="02020603050405020304" pitchFamily="18" charset="0"/>
                <a:cs typeface="Times New Roman" panose="02020603050405020304" pitchFamily="18" charset="0"/>
              </a:rPr>
              <a:t>React JS-based web application</a:t>
            </a:r>
            <a:r>
              <a:rPr lang="en-ID" sz="2800" dirty="0">
                <a:latin typeface="Times New Roman" panose="02020603050405020304" pitchFamily="18" charset="0"/>
                <a:cs typeface="Times New Roman" panose="02020603050405020304" pitchFamily="18" charset="0"/>
              </a:rPr>
              <a:t> for booking tickets for internal department events such as technical fests, workshops, or seminars.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The application allows users (students or faculty) to: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View complete event details in one place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Book tickets online </a:t>
            </a:r>
            <a:r>
              <a:rPr lang="ar-AE" sz="2800" dirty="0">
                <a:latin typeface="Times New Roman" panose="02020603050405020304" pitchFamily="18" charset="0"/>
                <a:cs typeface="Times New Roman" panose="02020603050405020304" pitchFamily="18" charset="0"/>
              </a:rPr>
              <a:t>بسهولة </a:t>
            </a:r>
            <a:r>
              <a:rPr lang="en-ID" sz="2800" dirty="0">
                <a:latin typeface="Times New Roman" panose="02020603050405020304" pitchFamily="18" charset="0"/>
                <a:cs typeface="Times New Roman" panose="02020603050405020304" pitchFamily="18" charset="0"/>
              </a:rPr>
              <a:t>and quickly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Receive instant booking confirmation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The system ensures: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Real-time tracking of available tickets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Prevention of overbooking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Input validation for accurate data entry </a:t>
            </a:r>
          </a:p>
          <a:p>
            <a:pPr marL="457200" indent="-457200" eaLnBrk="1" fontAlgn="auto">
              <a:spcBef>
                <a:spcPts val="0"/>
              </a:spcBef>
              <a:spcAft>
                <a:spcPts val="0"/>
              </a:spcAft>
              <a:buSzPct val="100000"/>
              <a:buFontTx/>
              <a:buChar char="-"/>
              <a:defRPr sz="2800"/>
            </a:pPr>
            <a:endParaRPr sz="2800" kern="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5122" name="Freeform 10">
            <a:extLst>
              <a:ext uri="{FF2B5EF4-FFF2-40B4-BE49-F238E27FC236}">
                <a16:creationId xmlns:a16="http://schemas.microsoft.com/office/drawing/2014/main" id="{89C970CD-A546-9A79-288E-9BDA65CF933B}"/>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grpSp>
        <p:nvGrpSpPr>
          <p:cNvPr id="5123" name="Group 11">
            <a:extLst>
              <a:ext uri="{FF2B5EF4-FFF2-40B4-BE49-F238E27FC236}">
                <a16:creationId xmlns:a16="http://schemas.microsoft.com/office/drawing/2014/main" id="{BB2642DB-A43A-90C3-5493-1DD16E16959C}"/>
              </a:ext>
            </a:extLst>
          </p:cNvPr>
          <p:cNvGrpSpPr>
            <a:grpSpLocks/>
          </p:cNvGrpSpPr>
          <p:nvPr/>
        </p:nvGrpSpPr>
        <p:grpSpPr bwMode="auto">
          <a:xfrm>
            <a:off x="709613" y="2647950"/>
            <a:ext cx="992187" cy="992188"/>
            <a:chOff x="0" y="0"/>
            <a:chExt cx="992462" cy="992462"/>
          </a:xfrm>
        </p:grpSpPr>
        <p:sp>
          <p:nvSpPr>
            <p:cNvPr id="5150" name="Freeform 12">
              <a:extLst>
                <a:ext uri="{FF2B5EF4-FFF2-40B4-BE49-F238E27FC236}">
                  <a16:creationId xmlns:a16="http://schemas.microsoft.com/office/drawing/2014/main" id="{7A1256F7-2ED2-BED4-C4EE-CF7C7E09471D}"/>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51" name="TextBox 13">
              <a:extLst>
                <a:ext uri="{FF2B5EF4-FFF2-40B4-BE49-F238E27FC236}">
                  <a16:creationId xmlns:a16="http://schemas.microsoft.com/office/drawing/2014/main" id="{36662CF1-40B5-841F-AA32-E74AFE3B8B35}"/>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2</a:t>
              </a:r>
            </a:p>
          </p:txBody>
        </p:sp>
      </p:grpSp>
      <p:grpSp>
        <p:nvGrpSpPr>
          <p:cNvPr id="5124" name="Group 14">
            <a:extLst>
              <a:ext uri="{FF2B5EF4-FFF2-40B4-BE49-F238E27FC236}">
                <a16:creationId xmlns:a16="http://schemas.microsoft.com/office/drawing/2014/main" id="{FF2BD399-6C97-3097-F75F-359610E45317}"/>
              </a:ext>
            </a:extLst>
          </p:cNvPr>
          <p:cNvGrpSpPr>
            <a:grpSpLocks/>
          </p:cNvGrpSpPr>
          <p:nvPr/>
        </p:nvGrpSpPr>
        <p:grpSpPr bwMode="auto">
          <a:xfrm>
            <a:off x="950913" y="4427538"/>
            <a:ext cx="508000" cy="544512"/>
            <a:chOff x="0" y="0"/>
            <a:chExt cx="508157" cy="543804"/>
          </a:xfrm>
        </p:grpSpPr>
        <p:sp>
          <p:nvSpPr>
            <p:cNvPr id="5148" name="Freeform 15">
              <a:extLst>
                <a:ext uri="{FF2B5EF4-FFF2-40B4-BE49-F238E27FC236}">
                  <a16:creationId xmlns:a16="http://schemas.microsoft.com/office/drawing/2014/main" id="{5D7BE50D-1292-3DB4-63AF-EDCF64935FD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9" name="TextBox 16">
              <a:extLst>
                <a:ext uri="{FF2B5EF4-FFF2-40B4-BE49-F238E27FC236}">
                  <a16:creationId xmlns:a16="http://schemas.microsoft.com/office/drawing/2014/main" id="{14200849-C460-1CA0-1D01-B189789B194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5125" name="Group 17">
            <a:extLst>
              <a:ext uri="{FF2B5EF4-FFF2-40B4-BE49-F238E27FC236}">
                <a16:creationId xmlns:a16="http://schemas.microsoft.com/office/drawing/2014/main" id="{764C915C-E0E5-96AB-B153-5DC679B96DA6}"/>
              </a:ext>
            </a:extLst>
          </p:cNvPr>
          <p:cNvGrpSpPr>
            <a:grpSpLocks/>
          </p:cNvGrpSpPr>
          <p:nvPr/>
        </p:nvGrpSpPr>
        <p:grpSpPr bwMode="auto">
          <a:xfrm>
            <a:off x="950913" y="1982788"/>
            <a:ext cx="508000" cy="542925"/>
            <a:chOff x="0" y="0"/>
            <a:chExt cx="508157" cy="543804"/>
          </a:xfrm>
        </p:grpSpPr>
        <p:sp>
          <p:nvSpPr>
            <p:cNvPr id="5146" name="Freeform 18">
              <a:extLst>
                <a:ext uri="{FF2B5EF4-FFF2-40B4-BE49-F238E27FC236}">
                  <a16:creationId xmlns:a16="http://schemas.microsoft.com/office/drawing/2014/main" id="{41D69985-D680-18C4-7C3C-09B34B090E0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7" name="TextBox 19">
              <a:extLst>
                <a:ext uri="{FF2B5EF4-FFF2-40B4-BE49-F238E27FC236}">
                  <a16:creationId xmlns:a16="http://schemas.microsoft.com/office/drawing/2014/main" id="{12BD1B52-4F98-20A8-2C25-8C5E0BA999E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5126" name="Group 20">
            <a:extLst>
              <a:ext uri="{FF2B5EF4-FFF2-40B4-BE49-F238E27FC236}">
                <a16:creationId xmlns:a16="http://schemas.microsoft.com/office/drawing/2014/main" id="{1A2AD801-4E09-26FB-1C19-F612C72CA941}"/>
              </a:ext>
            </a:extLst>
          </p:cNvPr>
          <p:cNvGrpSpPr>
            <a:grpSpLocks/>
          </p:cNvGrpSpPr>
          <p:nvPr/>
        </p:nvGrpSpPr>
        <p:grpSpPr bwMode="auto">
          <a:xfrm>
            <a:off x="950913" y="5094288"/>
            <a:ext cx="508000" cy="542925"/>
            <a:chOff x="0" y="0"/>
            <a:chExt cx="508157" cy="543804"/>
          </a:xfrm>
        </p:grpSpPr>
        <p:sp>
          <p:nvSpPr>
            <p:cNvPr id="5144" name="Freeform 21">
              <a:extLst>
                <a:ext uri="{FF2B5EF4-FFF2-40B4-BE49-F238E27FC236}">
                  <a16:creationId xmlns:a16="http://schemas.microsoft.com/office/drawing/2014/main" id="{9355F732-91A7-C30D-04ED-23F310F94A1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5" name="TextBox 22">
              <a:extLst>
                <a:ext uri="{FF2B5EF4-FFF2-40B4-BE49-F238E27FC236}">
                  <a16:creationId xmlns:a16="http://schemas.microsoft.com/office/drawing/2014/main" id="{53B24351-86E8-53DF-8185-5247FAABB85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5127" name="Group 23">
            <a:extLst>
              <a:ext uri="{FF2B5EF4-FFF2-40B4-BE49-F238E27FC236}">
                <a16:creationId xmlns:a16="http://schemas.microsoft.com/office/drawing/2014/main" id="{3FE6727F-DB4E-E225-07ED-524954D39A20}"/>
              </a:ext>
            </a:extLst>
          </p:cNvPr>
          <p:cNvGrpSpPr>
            <a:grpSpLocks/>
          </p:cNvGrpSpPr>
          <p:nvPr/>
        </p:nvGrpSpPr>
        <p:grpSpPr bwMode="auto">
          <a:xfrm>
            <a:off x="950913" y="3762375"/>
            <a:ext cx="508000" cy="544513"/>
            <a:chOff x="0" y="0"/>
            <a:chExt cx="508157" cy="543804"/>
          </a:xfrm>
        </p:grpSpPr>
        <p:sp>
          <p:nvSpPr>
            <p:cNvPr id="5142" name="Freeform 24">
              <a:extLst>
                <a:ext uri="{FF2B5EF4-FFF2-40B4-BE49-F238E27FC236}">
                  <a16:creationId xmlns:a16="http://schemas.microsoft.com/office/drawing/2014/main" id="{45972A7F-DEF4-A72C-A66A-0CD3EAEED7C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3" name="TextBox 25">
              <a:extLst>
                <a:ext uri="{FF2B5EF4-FFF2-40B4-BE49-F238E27FC236}">
                  <a16:creationId xmlns:a16="http://schemas.microsoft.com/office/drawing/2014/main" id="{06C9B58B-2351-5200-7787-39E793B4A96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5128" name="Group 26">
            <a:extLst>
              <a:ext uri="{FF2B5EF4-FFF2-40B4-BE49-F238E27FC236}">
                <a16:creationId xmlns:a16="http://schemas.microsoft.com/office/drawing/2014/main" id="{41932886-95EB-761E-9BC6-98135BD2C2E1}"/>
              </a:ext>
            </a:extLst>
          </p:cNvPr>
          <p:cNvGrpSpPr>
            <a:grpSpLocks/>
          </p:cNvGrpSpPr>
          <p:nvPr/>
        </p:nvGrpSpPr>
        <p:grpSpPr bwMode="auto">
          <a:xfrm>
            <a:off x="950913" y="6426200"/>
            <a:ext cx="508000" cy="542925"/>
            <a:chOff x="0" y="0"/>
            <a:chExt cx="508157" cy="543804"/>
          </a:xfrm>
        </p:grpSpPr>
        <p:sp>
          <p:nvSpPr>
            <p:cNvPr id="5140" name="Freeform 27">
              <a:extLst>
                <a:ext uri="{FF2B5EF4-FFF2-40B4-BE49-F238E27FC236}">
                  <a16:creationId xmlns:a16="http://schemas.microsoft.com/office/drawing/2014/main" id="{49546B38-F616-9351-5752-82190FF98FA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1" name="TextBox 28">
              <a:extLst>
                <a:ext uri="{FF2B5EF4-FFF2-40B4-BE49-F238E27FC236}">
                  <a16:creationId xmlns:a16="http://schemas.microsoft.com/office/drawing/2014/main" id="{5EFA89F5-3932-65F1-714E-DF50011EDB1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5129" name="Group 29">
            <a:extLst>
              <a:ext uri="{FF2B5EF4-FFF2-40B4-BE49-F238E27FC236}">
                <a16:creationId xmlns:a16="http://schemas.microsoft.com/office/drawing/2014/main" id="{B6114665-9E69-C20A-6B07-C21B8B085B50}"/>
              </a:ext>
            </a:extLst>
          </p:cNvPr>
          <p:cNvGrpSpPr>
            <a:grpSpLocks/>
          </p:cNvGrpSpPr>
          <p:nvPr/>
        </p:nvGrpSpPr>
        <p:grpSpPr bwMode="auto">
          <a:xfrm>
            <a:off x="950913" y="5759450"/>
            <a:ext cx="508000" cy="544513"/>
            <a:chOff x="0" y="0"/>
            <a:chExt cx="508157" cy="543804"/>
          </a:xfrm>
        </p:grpSpPr>
        <p:sp>
          <p:nvSpPr>
            <p:cNvPr id="5138" name="Freeform 30">
              <a:extLst>
                <a:ext uri="{FF2B5EF4-FFF2-40B4-BE49-F238E27FC236}">
                  <a16:creationId xmlns:a16="http://schemas.microsoft.com/office/drawing/2014/main" id="{562F3742-266C-D722-747B-1F963F27C10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39" name="TextBox 31">
              <a:extLst>
                <a:ext uri="{FF2B5EF4-FFF2-40B4-BE49-F238E27FC236}">
                  <a16:creationId xmlns:a16="http://schemas.microsoft.com/office/drawing/2014/main" id="{27BA4414-5C5D-8362-733B-9FACBEAD458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5130" name="Group 36">
            <a:extLst>
              <a:ext uri="{FF2B5EF4-FFF2-40B4-BE49-F238E27FC236}">
                <a16:creationId xmlns:a16="http://schemas.microsoft.com/office/drawing/2014/main" id="{C1DC9F35-ECEF-B9CB-3C78-820140B6FE6A}"/>
              </a:ext>
            </a:extLst>
          </p:cNvPr>
          <p:cNvGrpSpPr>
            <a:grpSpLocks/>
          </p:cNvGrpSpPr>
          <p:nvPr/>
        </p:nvGrpSpPr>
        <p:grpSpPr bwMode="auto">
          <a:xfrm>
            <a:off x="950913" y="7092950"/>
            <a:ext cx="508000" cy="544513"/>
            <a:chOff x="0" y="0"/>
            <a:chExt cx="508157" cy="543804"/>
          </a:xfrm>
        </p:grpSpPr>
        <p:sp>
          <p:nvSpPr>
            <p:cNvPr id="5136" name="Freeform 37">
              <a:extLst>
                <a:ext uri="{FF2B5EF4-FFF2-40B4-BE49-F238E27FC236}">
                  <a16:creationId xmlns:a16="http://schemas.microsoft.com/office/drawing/2014/main" id="{38A2925D-1612-AB51-8E28-3A345FA4079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37" name="TextBox 38">
              <a:extLst>
                <a:ext uri="{FF2B5EF4-FFF2-40B4-BE49-F238E27FC236}">
                  <a16:creationId xmlns:a16="http://schemas.microsoft.com/office/drawing/2014/main" id="{7D282612-F3BB-8042-A941-C39A2725648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5131" name="Group 39">
            <a:extLst>
              <a:ext uri="{FF2B5EF4-FFF2-40B4-BE49-F238E27FC236}">
                <a16:creationId xmlns:a16="http://schemas.microsoft.com/office/drawing/2014/main" id="{6CEB3CF5-ED3D-AAC4-D07B-05694D0E5E75}"/>
              </a:ext>
            </a:extLst>
          </p:cNvPr>
          <p:cNvGrpSpPr>
            <a:grpSpLocks/>
          </p:cNvGrpSpPr>
          <p:nvPr/>
        </p:nvGrpSpPr>
        <p:grpSpPr bwMode="auto">
          <a:xfrm>
            <a:off x="950913" y="7761288"/>
            <a:ext cx="508000" cy="542925"/>
            <a:chOff x="0" y="0"/>
            <a:chExt cx="508157" cy="543804"/>
          </a:xfrm>
        </p:grpSpPr>
        <p:sp>
          <p:nvSpPr>
            <p:cNvPr id="5134" name="Freeform 40">
              <a:extLst>
                <a:ext uri="{FF2B5EF4-FFF2-40B4-BE49-F238E27FC236}">
                  <a16:creationId xmlns:a16="http://schemas.microsoft.com/office/drawing/2014/main" id="{A195F90C-117D-AD71-A4C2-9DCF548537F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35" name="TextBox 41">
              <a:extLst>
                <a:ext uri="{FF2B5EF4-FFF2-40B4-BE49-F238E27FC236}">
                  <a16:creationId xmlns:a16="http://schemas.microsoft.com/office/drawing/2014/main" id="{1E9450B7-5821-85CA-0E49-5FF1EB4B728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5132" name="TextBox 46">
            <a:extLst>
              <a:ext uri="{FF2B5EF4-FFF2-40B4-BE49-F238E27FC236}">
                <a16:creationId xmlns:a16="http://schemas.microsoft.com/office/drawing/2014/main" id="{C4486521-97AC-2C7F-A199-C97906AF7B46}"/>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PROBLEM STATEMENT</a:t>
            </a:r>
          </a:p>
        </p:txBody>
      </p:sp>
      <p:sp>
        <p:nvSpPr>
          <p:cNvPr id="165" name="TextBox 47">
            <a:extLst>
              <a:ext uri="{FF2B5EF4-FFF2-40B4-BE49-F238E27FC236}">
                <a16:creationId xmlns:a16="http://schemas.microsoft.com/office/drawing/2014/main" id="{46A97A1B-41CF-7A61-06F1-24809DB589ED}"/>
              </a:ext>
            </a:extLst>
          </p:cNvPr>
          <p:cNvSpPr txBox="1"/>
          <p:nvPr/>
        </p:nvSpPr>
        <p:spPr>
          <a:xfrm>
            <a:off x="2255838" y="1638300"/>
            <a:ext cx="14990762" cy="6740525"/>
          </a:xfrm>
          <a:prstGeom prst="rect">
            <a:avLst/>
          </a:prstGeom>
          <a:ln w="12700">
            <a:miter lim="400000"/>
          </a:ln>
        </p:spPr>
        <p:txBody>
          <a:bodyPr lIns="45719" rIns="45719">
            <a:spAutoFit/>
          </a:bodyPr>
          <a:lstStyle/>
          <a:p>
            <a:pPr eaLnBrk="1" fontAlgn="auto">
              <a:spcBef>
                <a:spcPts val="0"/>
              </a:spcBef>
              <a:spcAft>
                <a:spcPts val="0"/>
              </a:spcAft>
              <a:buSzPct val="100000"/>
              <a:defRPr sz="3000"/>
            </a:pPr>
            <a:r>
              <a:rPr lang="en-US" sz="3600" dirty="0">
                <a:latin typeface="Times New Roman" panose="02020603050405020304" pitchFamily="18" charset="0"/>
                <a:cs typeface="Times New Roman" panose="02020603050405020304" pitchFamily="18" charset="0"/>
              </a:rPr>
              <a:t>In many educational institutions, the process of booking tickets for internal department events such as technical fests, seminars, and workshops is often handled manually or through unorganized systems. This leads to several challenges, including difficulty in accessing event information, time-consuming registration processes, chances of human error, and lack of real-time updates on ticket availability. Additionally, there is no proper validation of user inputs, which may result in incorrect or incomplete booking details. Overbooking or mismanagement of tickets can also occur due to the absence of an automated tracking system. Therefore, there is a need for a reliable, user-friendly, and efficient web-based application that allows users to easily view event details, book tickets online, ensures proper input validation, and maintains accurate records of ticket availability while providing instant booking confirmation.</a:t>
            </a:r>
            <a:endParaRPr sz="3600" kern="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6146" name="Group 7">
            <a:extLst>
              <a:ext uri="{FF2B5EF4-FFF2-40B4-BE49-F238E27FC236}">
                <a16:creationId xmlns:a16="http://schemas.microsoft.com/office/drawing/2014/main" id="{625CED09-5AFF-BF21-3CB5-22C19DEF6637}"/>
              </a:ext>
            </a:extLst>
          </p:cNvPr>
          <p:cNvGrpSpPr>
            <a:grpSpLocks/>
          </p:cNvGrpSpPr>
          <p:nvPr/>
        </p:nvGrpSpPr>
        <p:grpSpPr bwMode="auto">
          <a:xfrm>
            <a:off x="709613" y="3316288"/>
            <a:ext cx="992187" cy="992187"/>
            <a:chOff x="0" y="0"/>
            <a:chExt cx="992462" cy="992462"/>
          </a:xfrm>
        </p:grpSpPr>
        <p:sp>
          <p:nvSpPr>
            <p:cNvPr id="6174" name="Freeform 8">
              <a:extLst>
                <a:ext uri="{FF2B5EF4-FFF2-40B4-BE49-F238E27FC236}">
                  <a16:creationId xmlns:a16="http://schemas.microsoft.com/office/drawing/2014/main" id="{96331CB9-F19D-4A98-156D-E1BD9A75E493}"/>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75" name="TextBox 9">
              <a:extLst>
                <a:ext uri="{FF2B5EF4-FFF2-40B4-BE49-F238E27FC236}">
                  <a16:creationId xmlns:a16="http://schemas.microsoft.com/office/drawing/2014/main" id="{94F867F4-6DB1-C3C1-5905-250F7C536551}"/>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3</a:t>
              </a:r>
            </a:p>
          </p:txBody>
        </p:sp>
      </p:grpSp>
      <p:grpSp>
        <p:nvGrpSpPr>
          <p:cNvPr id="6147" name="Group 10">
            <a:extLst>
              <a:ext uri="{FF2B5EF4-FFF2-40B4-BE49-F238E27FC236}">
                <a16:creationId xmlns:a16="http://schemas.microsoft.com/office/drawing/2014/main" id="{5530D710-1172-22D3-4247-DBC2076CE1E7}"/>
              </a:ext>
            </a:extLst>
          </p:cNvPr>
          <p:cNvGrpSpPr>
            <a:grpSpLocks/>
          </p:cNvGrpSpPr>
          <p:nvPr/>
        </p:nvGrpSpPr>
        <p:grpSpPr bwMode="auto">
          <a:xfrm>
            <a:off x="950913" y="4427538"/>
            <a:ext cx="508000" cy="544512"/>
            <a:chOff x="0" y="0"/>
            <a:chExt cx="508157" cy="543804"/>
          </a:xfrm>
        </p:grpSpPr>
        <p:sp>
          <p:nvSpPr>
            <p:cNvPr id="6172" name="Freeform 11">
              <a:extLst>
                <a:ext uri="{FF2B5EF4-FFF2-40B4-BE49-F238E27FC236}">
                  <a16:creationId xmlns:a16="http://schemas.microsoft.com/office/drawing/2014/main" id="{7D9F079D-E2C4-4445-76FF-E3271DBC6A0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73" name="TextBox 12">
              <a:extLst>
                <a:ext uri="{FF2B5EF4-FFF2-40B4-BE49-F238E27FC236}">
                  <a16:creationId xmlns:a16="http://schemas.microsoft.com/office/drawing/2014/main" id="{7ACC3246-B00D-8090-2761-84AD8366FC0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6148" name="Group 13">
            <a:extLst>
              <a:ext uri="{FF2B5EF4-FFF2-40B4-BE49-F238E27FC236}">
                <a16:creationId xmlns:a16="http://schemas.microsoft.com/office/drawing/2014/main" id="{EFFD2A47-D2C7-A336-2F96-4C9A3CDE852A}"/>
              </a:ext>
            </a:extLst>
          </p:cNvPr>
          <p:cNvGrpSpPr>
            <a:grpSpLocks/>
          </p:cNvGrpSpPr>
          <p:nvPr/>
        </p:nvGrpSpPr>
        <p:grpSpPr bwMode="auto">
          <a:xfrm>
            <a:off x="950913" y="1982788"/>
            <a:ext cx="508000" cy="542925"/>
            <a:chOff x="0" y="0"/>
            <a:chExt cx="508157" cy="543804"/>
          </a:xfrm>
        </p:grpSpPr>
        <p:sp>
          <p:nvSpPr>
            <p:cNvPr id="6170" name="Freeform 14">
              <a:extLst>
                <a:ext uri="{FF2B5EF4-FFF2-40B4-BE49-F238E27FC236}">
                  <a16:creationId xmlns:a16="http://schemas.microsoft.com/office/drawing/2014/main" id="{760B2F08-7339-DBC5-738A-FA446890145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71" name="TextBox 15">
              <a:extLst>
                <a:ext uri="{FF2B5EF4-FFF2-40B4-BE49-F238E27FC236}">
                  <a16:creationId xmlns:a16="http://schemas.microsoft.com/office/drawing/2014/main" id="{4AFB91E1-863D-A818-884B-7F7A93EA200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6149" name="Group 16">
            <a:extLst>
              <a:ext uri="{FF2B5EF4-FFF2-40B4-BE49-F238E27FC236}">
                <a16:creationId xmlns:a16="http://schemas.microsoft.com/office/drawing/2014/main" id="{7F2442A5-994E-1CE4-6CF1-AB10FE5B08E1}"/>
              </a:ext>
            </a:extLst>
          </p:cNvPr>
          <p:cNvGrpSpPr>
            <a:grpSpLocks/>
          </p:cNvGrpSpPr>
          <p:nvPr/>
        </p:nvGrpSpPr>
        <p:grpSpPr bwMode="auto">
          <a:xfrm>
            <a:off x="950913" y="5094288"/>
            <a:ext cx="508000" cy="542925"/>
            <a:chOff x="0" y="0"/>
            <a:chExt cx="508157" cy="543804"/>
          </a:xfrm>
        </p:grpSpPr>
        <p:sp>
          <p:nvSpPr>
            <p:cNvPr id="6168" name="Freeform 17">
              <a:extLst>
                <a:ext uri="{FF2B5EF4-FFF2-40B4-BE49-F238E27FC236}">
                  <a16:creationId xmlns:a16="http://schemas.microsoft.com/office/drawing/2014/main" id="{F292325C-5679-7A14-CE88-1F9FA57C862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9" name="TextBox 18">
              <a:extLst>
                <a:ext uri="{FF2B5EF4-FFF2-40B4-BE49-F238E27FC236}">
                  <a16:creationId xmlns:a16="http://schemas.microsoft.com/office/drawing/2014/main" id="{E7DE9E58-796A-65C5-23A9-39346882438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6150" name="Group 19">
            <a:extLst>
              <a:ext uri="{FF2B5EF4-FFF2-40B4-BE49-F238E27FC236}">
                <a16:creationId xmlns:a16="http://schemas.microsoft.com/office/drawing/2014/main" id="{FBA06B84-4B41-DD35-EB04-BE1AC932C3DD}"/>
              </a:ext>
            </a:extLst>
          </p:cNvPr>
          <p:cNvGrpSpPr>
            <a:grpSpLocks/>
          </p:cNvGrpSpPr>
          <p:nvPr/>
        </p:nvGrpSpPr>
        <p:grpSpPr bwMode="auto">
          <a:xfrm>
            <a:off x="950913" y="2647950"/>
            <a:ext cx="508000" cy="544513"/>
            <a:chOff x="0" y="0"/>
            <a:chExt cx="508157" cy="543804"/>
          </a:xfrm>
        </p:grpSpPr>
        <p:sp>
          <p:nvSpPr>
            <p:cNvPr id="6166" name="Freeform 20">
              <a:extLst>
                <a:ext uri="{FF2B5EF4-FFF2-40B4-BE49-F238E27FC236}">
                  <a16:creationId xmlns:a16="http://schemas.microsoft.com/office/drawing/2014/main" id="{EE6DFDDE-0939-E891-E28E-DBB92E9D93D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7" name="TextBox 21">
              <a:extLst>
                <a:ext uri="{FF2B5EF4-FFF2-40B4-BE49-F238E27FC236}">
                  <a16:creationId xmlns:a16="http://schemas.microsoft.com/office/drawing/2014/main" id="{B88ED4AA-52DC-ABDD-3D68-82CBB51095B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6151" name="Group 22">
            <a:extLst>
              <a:ext uri="{FF2B5EF4-FFF2-40B4-BE49-F238E27FC236}">
                <a16:creationId xmlns:a16="http://schemas.microsoft.com/office/drawing/2014/main" id="{5FBAE952-D835-8940-1E74-5D1800841375}"/>
              </a:ext>
            </a:extLst>
          </p:cNvPr>
          <p:cNvGrpSpPr>
            <a:grpSpLocks/>
          </p:cNvGrpSpPr>
          <p:nvPr/>
        </p:nvGrpSpPr>
        <p:grpSpPr bwMode="auto">
          <a:xfrm>
            <a:off x="950913" y="6426200"/>
            <a:ext cx="508000" cy="542925"/>
            <a:chOff x="0" y="0"/>
            <a:chExt cx="508157" cy="543804"/>
          </a:xfrm>
        </p:grpSpPr>
        <p:sp>
          <p:nvSpPr>
            <p:cNvPr id="6164" name="Freeform 23">
              <a:extLst>
                <a:ext uri="{FF2B5EF4-FFF2-40B4-BE49-F238E27FC236}">
                  <a16:creationId xmlns:a16="http://schemas.microsoft.com/office/drawing/2014/main" id="{4C8FE8A7-A9E7-C30B-B6FC-3993198D461A}"/>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5" name="TextBox 24">
              <a:extLst>
                <a:ext uri="{FF2B5EF4-FFF2-40B4-BE49-F238E27FC236}">
                  <a16:creationId xmlns:a16="http://schemas.microsoft.com/office/drawing/2014/main" id="{1E145948-B320-3C4C-980A-9D066D59257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6152" name="Group 25">
            <a:extLst>
              <a:ext uri="{FF2B5EF4-FFF2-40B4-BE49-F238E27FC236}">
                <a16:creationId xmlns:a16="http://schemas.microsoft.com/office/drawing/2014/main" id="{53BC7CA8-3DCC-BA70-C0BD-B035EC24AE20}"/>
              </a:ext>
            </a:extLst>
          </p:cNvPr>
          <p:cNvGrpSpPr>
            <a:grpSpLocks/>
          </p:cNvGrpSpPr>
          <p:nvPr/>
        </p:nvGrpSpPr>
        <p:grpSpPr bwMode="auto">
          <a:xfrm>
            <a:off x="950913" y="5759450"/>
            <a:ext cx="508000" cy="544513"/>
            <a:chOff x="0" y="0"/>
            <a:chExt cx="508157" cy="543804"/>
          </a:xfrm>
        </p:grpSpPr>
        <p:sp>
          <p:nvSpPr>
            <p:cNvPr id="6162" name="Freeform 26">
              <a:extLst>
                <a:ext uri="{FF2B5EF4-FFF2-40B4-BE49-F238E27FC236}">
                  <a16:creationId xmlns:a16="http://schemas.microsoft.com/office/drawing/2014/main" id="{ECDC42E4-6DAC-864C-4DE6-FD609558151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3" name="TextBox 27">
              <a:extLst>
                <a:ext uri="{FF2B5EF4-FFF2-40B4-BE49-F238E27FC236}">
                  <a16:creationId xmlns:a16="http://schemas.microsoft.com/office/drawing/2014/main" id="{74524689-4EEB-6A9B-528F-A1674C7B2AA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6153" name="Group 41">
            <a:extLst>
              <a:ext uri="{FF2B5EF4-FFF2-40B4-BE49-F238E27FC236}">
                <a16:creationId xmlns:a16="http://schemas.microsoft.com/office/drawing/2014/main" id="{368A3EDC-E8B6-9129-4705-1D718D1FBA0D}"/>
              </a:ext>
            </a:extLst>
          </p:cNvPr>
          <p:cNvGrpSpPr>
            <a:grpSpLocks/>
          </p:cNvGrpSpPr>
          <p:nvPr/>
        </p:nvGrpSpPr>
        <p:grpSpPr bwMode="auto">
          <a:xfrm>
            <a:off x="950913" y="7092950"/>
            <a:ext cx="508000" cy="544513"/>
            <a:chOff x="0" y="0"/>
            <a:chExt cx="508157" cy="543804"/>
          </a:xfrm>
        </p:grpSpPr>
        <p:sp>
          <p:nvSpPr>
            <p:cNvPr id="6160" name="Freeform 42">
              <a:extLst>
                <a:ext uri="{FF2B5EF4-FFF2-40B4-BE49-F238E27FC236}">
                  <a16:creationId xmlns:a16="http://schemas.microsoft.com/office/drawing/2014/main" id="{562D95B4-BC8E-F54D-BBDE-3AD1579CE6C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1" name="TextBox 43">
              <a:extLst>
                <a:ext uri="{FF2B5EF4-FFF2-40B4-BE49-F238E27FC236}">
                  <a16:creationId xmlns:a16="http://schemas.microsoft.com/office/drawing/2014/main" id="{909A6D6F-1B53-81DE-1F72-AAC5C4B4C1C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6154" name="Group 44">
            <a:extLst>
              <a:ext uri="{FF2B5EF4-FFF2-40B4-BE49-F238E27FC236}">
                <a16:creationId xmlns:a16="http://schemas.microsoft.com/office/drawing/2014/main" id="{EAF0B028-678D-5C0F-0BDF-D3324DD366AF}"/>
              </a:ext>
            </a:extLst>
          </p:cNvPr>
          <p:cNvGrpSpPr>
            <a:grpSpLocks/>
          </p:cNvGrpSpPr>
          <p:nvPr/>
        </p:nvGrpSpPr>
        <p:grpSpPr bwMode="auto">
          <a:xfrm>
            <a:off x="950913" y="7761288"/>
            <a:ext cx="508000" cy="542925"/>
            <a:chOff x="0" y="0"/>
            <a:chExt cx="508157" cy="543804"/>
          </a:xfrm>
        </p:grpSpPr>
        <p:sp>
          <p:nvSpPr>
            <p:cNvPr id="6158" name="Freeform 45">
              <a:extLst>
                <a:ext uri="{FF2B5EF4-FFF2-40B4-BE49-F238E27FC236}">
                  <a16:creationId xmlns:a16="http://schemas.microsoft.com/office/drawing/2014/main" id="{4933F48F-1311-04C7-F8EA-31161C67948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59" name="TextBox 46">
              <a:extLst>
                <a:ext uri="{FF2B5EF4-FFF2-40B4-BE49-F238E27FC236}">
                  <a16:creationId xmlns:a16="http://schemas.microsoft.com/office/drawing/2014/main" id="{03922FD4-1B41-C409-398A-1B919F1EB0D9}"/>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6155" name="TextBox 49">
            <a:extLst>
              <a:ext uri="{FF2B5EF4-FFF2-40B4-BE49-F238E27FC236}">
                <a16:creationId xmlns:a16="http://schemas.microsoft.com/office/drawing/2014/main" id="{4B042062-AB89-4EB0-67C5-EE8FAB038F63}"/>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OBJECTIVE(S)</a:t>
            </a:r>
          </a:p>
        </p:txBody>
      </p:sp>
      <p:sp>
        <p:nvSpPr>
          <p:cNvPr id="6156" name="Freeform 10">
            <a:extLst>
              <a:ext uri="{FF2B5EF4-FFF2-40B4-BE49-F238E27FC236}">
                <a16:creationId xmlns:a16="http://schemas.microsoft.com/office/drawing/2014/main" id="{C8F60AAB-97AA-0166-0AE7-D346E081D809}"/>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96" name="TextBox 51">
            <a:extLst>
              <a:ext uri="{FF2B5EF4-FFF2-40B4-BE49-F238E27FC236}">
                <a16:creationId xmlns:a16="http://schemas.microsoft.com/office/drawing/2014/main" id="{20FD8D87-57B2-52AE-285D-66E21D2FEC5C}"/>
              </a:ext>
            </a:extLst>
          </p:cNvPr>
          <p:cNvSpPr txBox="1"/>
          <p:nvPr/>
        </p:nvSpPr>
        <p:spPr>
          <a:xfrm>
            <a:off x="2255838" y="1638300"/>
            <a:ext cx="14990762" cy="7478713"/>
          </a:xfrm>
          <a:prstGeom prst="rect">
            <a:avLst/>
          </a:prstGeom>
          <a:ln w="12700">
            <a:miter lim="400000"/>
          </a:ln>
        </p:spPr>
        <p:txBody>
          <a:bodyPr lIns="45719" rIns="45719">
            <a:spAutoFit/>
          </a:bodyPr>
          <a:lstStyle/>
          <a:p>
            <a:pPr>
              <a:defRPr/>
            </a:pPr>
            <a:r>
              <a:rPr lang="en-US" sz="3200" dirty="0">
                <a:latin typeface="Times New Roman" panose="02020603050405020304" pitchFamily="18" charset="0"/>
                <a:cs typeface="Times New Roman" panose="02020603050405020304" pitchFamily="18" charset="0"/>
              </a:rPr>
              <a:t>The primary objective of this project is to design and develop a user-friendly web-based ticket booking application using React JS for internal department events such as technical fests, seminars, and workshops. The system aims to provide a centralized platform where users can easily view event details including event name, department, date, time, venue, ticket price, and availability. It also focuses on enabling a smooth and efficient booking process by allowing users to enter required details and book tickets instantly, thereby reducing manual effort and saving time.</a:t>
            </a:r>
          </a:p>
          <a:p>
            <a:pPr>
              <a:defRPr/>
            </a:pPr>
            <a:r>
              <a:rPr lang="en-US" sz="3200" dirty="0">
                <a:latin typeface="Times New Roman" panose="02020603050405020304" pitchFamily="18" charset="0"/>
                <a:cs typeface="Times New Roman" panose="02020603050405020304" pitchFamily="18" charset="0"/>
              </a:rPr>
              <a:t>Another key objective is to ensure accuracy, reliability, and better user experience through proper input validation and real-time updates. The application is designed to prevent overbooking by restricting ticket requests based on availability and to display clear confirmation messages after successful booking. Additionally, the project aims to implement core React concepts such as functional components, state management using hooks, event handling, and conditional rendering, while maintaining clean code structure and simple user interface design for enhanced usability.</a:t>
            </a:r>
          </a:p>
          <a:p>
            <a:pPr marL="457200" indent="-457200" eaLnBrk="1" fontAlgn="auto">
              <a:spcBef>
                <a:spcPts val="0"/>
              </a:spcBef>
              <a:spcAft>
                <a:spcPts val="0"/>
              </a:spcAft>
              <a:buSzPct val="100000"/>
              <a:buFontTx/>
              <a:buChar char="-"/>
              <a:defRPr sz="3300"/>
            </a:pPr>
            <a:endParaRPr sz="3200" kern="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170" name="Group 13">
            <a:extLst>
              <a:ext uri="{FF2B5EF4-FFF2-40B4-BE49-F238E27FC236}">
                <a16:creationId xmlns:a16="http://schemas.microsoft.com/office/drawing/2014/main" id="{5B19BE58-4D76-9357-AB15-13CDFDA66210}"/>
              </a:ext>
            </a:extLst>
          </p:cNvPr>
          <p:cNvGrpSpPr>
            <a:grpSpLocks/>
          </p:cNvGrpSpPr>
          <p:nvPr/>
        </p:nvGrpSpPr>
        <p:grpSpPr bwMode="auto">
          <a:xfrm>
            <a:off x="709613" y="3983038"/>
            <a:ext cx="992187" cy="992187"/>
            <a:chOff x="0" y="0"/>
            <a:chExt cx="992462" cy="992462"/>
          </a:xfrm>
        </p:grpSpPr>
        <p:sp>
          <p:nvSpPr>
            <p:cNvPr id="7199" name="Freeform 14">
              <a:extLst>
                <a:ext uri="{FF2B5EF4-FFF2-40B4-BE49-F238E27FC236}">
                  <a16:creationId xmlns:a16="http://schemas.microsoft.com/office/drawing/2014/main" id="{1C6ECBC3-BD24-FED0-86A1-F0156AF44BD8}"/>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200" name="TextBox 15">
              <a:extLst>
                <a:ext uri="{FF2B5EF4-FFF2-40B4-BE49-F238E27FC236}">
                  <a16:creationId xmlns:a16="http://schemas.microsoft.com/office/drawing/2014/main" id="{6B02D584-B179-00FC-1FF9-2AB85D4BAF97}"/>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4</a:t>
              </a:r>
            </a:p>
          </p:txBody>
        </p:sp>
      </p:grpSp>
      <p:grpSp>
        <p:nvGrpSpPr>
          <p:cNvPr id="7171" name="Group 16">
            <a:extLst>
              <a:ext uri="{FF2B5EF4-FFF2-40B4-BE49-F238E27FC236}">
                <a16:creationId xmlns:a16="http://schemas.microsoft.com/office/drawing/2014/main" id="{CC522953-AF50-B19E-F358-80B7CA76C4D7}"/>
              </a:ext>
            </a:extLst>
          </p:cNvPr>
          <p:cNvGrpSpPr>
            <a:grpSpLocks/>
          </p:cNvGrpSpPr>
          <p:nvPr/>
        </p:nvGrpSpPr>
        <p:grpSpPr bwMode="auto">
          <a:xfrm>
            <a:off x="950913" y="3316288"/>
            <a:ext cx="508000" cy="542925"/>
            <a:chOff x="0" y="0"/>
            <a:chExt cx="508157" cy="543804"/>
          </a:xfrm>
        </p:grpSpPr>
        <p:sp>
          <p:nvSpPr>
            <p:cNvPr id="7197" name="Freeform 17">
              <a:extLst>
                <a:ext uri="{FF2B5EF4-FFF2-40B4-BE49-F238E27FC236}">
                  <a16:creationId xmlns:a16="http://schemas.microsoft.com/office/drawing/2014/main" id="{B215B040-CEB5-BB66-55E4-A173BABD659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8" name="TextBox 18">
              <a:extLst>
                <a:ext uri="{FF2B5EF4-FFF2-40B4-BE49-F238E27FC236}">
                  <a16:creationId xmlns:a16="http://schemas.microsoft.com/office/drawing/2014/main" id="{6B96C1AD-0694-0516-A99C-7A3825B215F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7172" name="Group 19">
            <a:extLst>
              <a:ext uri="{FF2B5EF4-FFF2-40B4-BE49-F238E27FC236}">
                <a16:creationId xmlns:a16="http://schemas.microsoft.com/office/drawing/2014/main" id="{8A4A8C22-F957-A6D9-2B11-F1A699C619A7}"/>
              </a:ext>
            </a:extLst>
          </p:cNvPr>
          <p:cNvGrpSpPr>
            <a:grpSpLocks/>
          </p:cNvGrpSpPr>
          <p:nvPr/>
        </p:nvGrpSpPr>
        <p:grpSpPr bwMode="auto">
          <a:xfrm>
            <a:off x="950913" y="1982788"/>
            <a:ext cx="508000" cy="542925"/>
            <a:chOff x="0" y="0"/>
            <a:chExt cx="508157" cy="543804"/>
          </a:xfrm>
        </p:grpSpPr>
        <p:sp>
          <p:nvSpPr>
            <p:cNvPr id="7195" name="Freeform 20">
              <a:extLst>
                <a:ext uri="{FF2B5EF4-FFF2-40B4-BE49-F238E27FC236}">
                  <a16:creationId xmlns:a16="http://schemas.microsoft.com/office/drawing/2014/main" id="{81F57942-03FF-1FC7-4ED8-D7AE8D4EF5A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6" name="TextBox 21">
              <a:extLst>
                <a:ext uri="{FF2B5EF4-FFF2-40B4-BE49-F238E27FC236}">
                  <a16:creationId xmlns:a16="http://schemas.microsoft.com/office/drawing/2014/main" id="{216F7099-95B2-DFE5-3F63-DEECCA413F0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7173" name="Group 22">
            <a:extLst>
              <a:ext uri="{FF2B5EF4-FFF2-40B4-BE49-F238E27FC236}">
                <a16:creationId xmlns:a16="http://schemas.microsoft.com/office/drawing/2014/main" id="{D55DE11B-F782-E237-2626-D3580039C3C2}"/>
              </a:ext>
            </a:extLst>
          </p:cNvPr>
          <p:cNvGrpSpPr>
            <a:grpSpLocks/>
          </p:cNvGrpSpPr>
          <p:nvPr/>
        </p:nvGrpSpPr>
        <p:grpSpPr bwMode="auto">
          <a:xfrm>
            <a:off x="950913" y="5094288"/>
            <a:ext cx="508000" cy="542925"/>
            <a:chOff x="0" y="0"/>
            <a:chExt cx="508157" cy="543804"/>
          </a:xfrm>
        </p:grpSpPr>
        <p:sp>
          <p:nvSpPr>
            <p:cNvPr id="7193" name="Freeform 23">
              <a:extLst>
                <a:ext uri="{FF2B5EF4-FFF2-40B4-BE49-F238E27FC236}">
                  <a16:creationId xmlns:a16="http://schemas.microsoft.com/office/drawing/2014/main" id="{F2EA2D40-1BB4-D3BA-BAE1-CE0E1CA5534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4" name="TextBox 24">
              <a:extLst>
                <a:ext uri="{FF2B5EF4-FFF2-40B4-BE49-F238E27FC236}">
                  <a16:creationId xmlns:a16="http://schemas.microsoft.com/office/drawing/2014/main" id="{7F976374-D6DD-0154-6FD1-115AACC3677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7174" name="Group 25">
            <a:extLst>
              <a:ext uri="{FF2B5EF4-FFF2-40B4-BE49-F238E27FC236}">
                <a16:creationId xmlns:a16="http://schemas.microsoft.com/office/drawing/2014/main" id="{D69C8286-DE92-1823-2B2B-20E5F245A03B}"/>
              </a:ext>
            </a:extLst>
          </p:cNvPr>
          <p:cNvGrpSpPr>
            <a:grpSpLocks/>
          </p:cNvGrpSpPr>
          <p:nvPr/>
        </p:nvGrpSpPr>
        <p:grpSpPr bwMode="auto">
          <a:xfrm>
            <a:off x="950913" y="2647950"/>
            <a:ext cx="508000" cy="544513"/>
            <a:chOff x="0" y="0"/>
            <a:chExt cx="508157" cy="543804"/>
          </a:xfrm>
        </p:grpSpPr>
        <p:sp>
          <p:nvSpPr>
            <p:cNvPr id="7191" name="Freeform 26">
              <a:extLst>
                <a:ext uri="{FF2B5EF4-FFF2-40B4-BE49-F238E27FC236}">
                  <a16:creationId xmlns:a16="http://schemas.microsoft.com/office/drawing/2014/main" id="{C2E0242B-EC6F-7CFB-A83C-CCFCFF30ECC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2" name="TextBox 27">
              <a:extLst>
                <a:ext uri="{FF2B5EF4-FFF2-40B4-BE49-F238E27FC236}">
                  <a16:creationId xmlns:a16="http://schemas.microsoft.com/office/drawing/2014/main" id="{BF633F8C-9BE8-6E78-202B-C33F4E84943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7175" name="Group 28">
            <a:extLst>
              <a:ext uri="{FF2B5EF4-FFF2-40B4-BE49-F238E27FC236}">
                <a16:creationId xmlns:a16="http://schemas.microsoft.com/office/drawing/2014/main" id="{FB97CE72-B6AE-BE4A-2F8C-058EA277A4AF}"/>
              </a:ext>
            </a:extLst>
          </p:cNvPr>
          <p:cNvGrpSpPr>
            <a:grpSpLocks/>
          </p:cNvGrpSpPr>
          <p:nvPr/>
        </p:nvGrpSpPr>
        <p:grpSpPr bwMode="auto">
          <a:xfrm>
            <a:off x="950913" y="6426200"/>
            <a:ext cx="508000" cy="542925"/>
            <a:chOff x="0" y="0"/>
            <a:chExt cx="508157" cy="543804"/>
          </a:xfrm>
        </p:grpSpPr>
        <p:sp>
          <p:nvSpPr>
            <p:cNvPr id="7189" name="Freeform 29">
              <a:extLst>
                <a:ext uri="{FF2B5EF4-FFF2-40B4-BE49-F238E27FC236}">
                  <a16:creationId xmlns:a16="http://schemas.microsoft.com/office/drawing/2014/main" id="{91C81EC5-C613-024A-F4AE-906259BD2EF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0" name="TextBox 30">
              <a:extLst>
                <a:ext uri="{FF2B5EF4-FFF2-40B4-BE49-F238E27FC236}">
                  <a16:creationId xmlns:a16="http://schemas.microsoft.com/office/drawing/2014/main" id="{705F269C-C868-D20B-B7F2-11449A97F29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7176" name="Group 31">
            <a:extLst>
              <a:ext uri="{FF2B5EF4-FFF2-40B4-BE49-F238E27FC236}">
                <a16:creationId xmlns:a16="http://schemas.microsoft.com/office/drawing/2014/main" id="{44B75269-C567-05C6-3FE8-4624A4453863}"/>
              </a:ext>
            </a:extLst>
          </p:cNvPr>
          <p:cNvGrpSpPr>
            <a:grpSpLocks/>
          </p:cNvGrpSpPr>
          <p:nvPr/>
        </p:nvGrpSpPr>
        <p:grpSpPr bwMode="auto">
          <a:xfrm>
            <a:off x="950913" y="5759450"/>
            <a:ext cx="508000" cy="544513"/>
            <a:chOff x="0" y="0"/>
            <a:chExt cx="508157" cy="543804"/>
          </a:xfrm>
        </p:grpSpPr>
        <p:sp>
          <p:nvSpPr>
            <p:cNvPr id="7187" name="Freeform 32">
              <a:extLst>
                <a:ext uri="{FF2B5EF4-FFF2-40B4-BE49-F238E27FC236}">
                  <a16:creationId xmlns:a16="http://schemas.microsoft.com/office/drawing/2014/main" id="{99AB9F5B-D499-AD61-E3A0-CB9703EBCA2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8" name="TextBox 33">
              <a:extLst>
                <a:ext uri="{FF2B5EF4-FFF2-40B4-BE49-F238E27FC236}">
                  <a16:creationId xmlns:a16="http://schemas.microsoft.com/office/drawing/2014/main" id="{F037A09E-FBF9-445F-0C4D-F9316C3DABA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7177" name="Group 34">
            <a:extLst>
              <a:ext uri="{FF2B5EF4-FFF2-40B4-BE49-F238E27FC236}">
                <a16:creationId xmlns:a16="http://schemas.microsoft.com/office/drawing/2014/main" id="{A528FDF6-A02C-3394-E211-CF8386A800D8}"/>
              </a:ext>
            </a:extLst>
          </p:cNvPr>
          <p:cNvGrpSpPr>
            <a:grpSpLocks/>
          </p:cNvGrpSpPr>
          <p:nvPr/>
        </p:nvGrpSpPr>
        <p:grpSpPr bwMode="auto">
          <a:xfrm>
            <a:off x="950913" y="7092950"/>
            <a:ext cx="508000" cy="544513"/>
            <a:chOff x="0" y="0"/>
            <a:chExt cx="508157" cy="543804"/>
          </a:xfrm>
        </p:grpSpPr>
        <p:sp>
          <p:nvSpPr>
            <p:cNvPr id="7185" name="Freeform 35">
              <a:extLst>
                <a:ext uri="{FF2B5EF4-FFF2-40B4-BE49-F238E27FC236}">
                  <a16:creationId xmlns:a16="http://schemas.microsoft.com/office/drawing/2014/main" id="{DA701F0C-3164-40CD-A8D1-FE7F3151A4D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6" name="TextBox 36">
              <a:extLst>
                <a:ext uri="{FF2B5EF4-FFF2-40B4-BE49-F238E27FC236}">
                  <a16:creationId xmlns:a16="http://schemas.microsoft.com/office/drawing/2014/main" id="{76DC16C1-D17F-2E64-36A1-5B7AE49780F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7178" name="Group 37">
            <a:extLst>
              <a:ext uri="{FF2B5EF4-FFF2-40B4-BE49-F238E27FC236}">
                <a16:creationId xmlns:a16="http://schemas.microsoft.com/office/drawing/2014/main" id="{757D2B1D-FA61-8F07-9AE7-18A7F115BFF2}"/>
              </a:ext>
            </a:extLst>
          </p:cNvPr>
          <p:cNvGrpSpPr>
            <a:grpSpLocks/>
          </p:cNvGrpSpPr>
          <p:nvPr/>
        </p:nvGrpSpPr>
        <p:grpSpPr bwMode="auto">
          <a:xfrm>
            <a:off x="950913" y="7761288"/>
            <a:ext cx="508000" cy="542925"/>
            <a:chOff x="0" y="0"/>
            <a:chExt cx="508157" cy="543804"/>
          </a:xfrm>
        </p:grpSpPr>
        <p:sp>
          <p:nvSpPr>
            <p:cNvPr id="7183" name="Freeform 38">
              <a:extLst>
                <a:ext uri="{FF2B5EF4-FFF2-40B4-BE49-F238E27FC236}">
                  <a16:creationId xmlns:a16="http://schemas.microsoft.com/office/drawing/2014/main" id="{C61AA5FC-55E7-A1FD-3F64-BFDC70591FA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4" name="TextBox 39">
              <a:extLst>
                <a:ext uri="{FF2B5EF4-FFF2-40B4-BE49-F238E27FC236}">
                  <a16:creationId xmlns:a16="http://schemas.microsoft.com/office/drawing/2014/main" id="{1ACD585C-BD50-CA69-1184-CA4BBD2B5B8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7179" name="Freeform 10">
            <a:extLst>
              <a:ext uri="{FF2B5EF4-FFF2-40B4-BE49-F238E27FC236}">
                <a16:creationId xmlns:a16="http://schemas.microsoft.com/office/drawing/2014/main" id="{EBD4F596-9FF4-89BE-55B0-3F6A053D8291}"/>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0" name="TextBox 45">
            <a:extLst>
              <a:ext uri="{FF2B5EF4-FFF2-40B4-BE49-F238E27FC236}">
                <a16:creationId xmlns:a16="http://schemas.microsoft.com/office/drawing/2014/main" id="{0694CBDF-3E38-1A0B-CE94-6878A2755671}"/>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PROPOSED SYSTEM</a:t>
            </a:r>
          </a:p>
        </p:txBody>
      </p:sp>
      <p:sp>
        <p:nvSpPr>
          <p:cNvPr id="227" name="TextBox 47">
            <a:extLst>
              <a:ext uri="{FF2B5EF4-FFF2-40B4-BE49-F238E27FC236}">
                <a16:creationId xmlns:a16="http://schemas.microsoft.com/office/drawing/2014/main" id="{91AA1F7B-A67B-BA52-1BA6-43CF006E537F}"/>
              </a:ext>
            </a:extLst>
          </p:cNvPr>
          <p:cNvSpPr txBox="1"/>
          <p:nvPr/>
        </p:nvSpPr>
        <p:spPr>
          <a:xfrm>
            <a:off x="2255838" y="1638300"/>
            <a:ext cx="14990762" cy="615950"/>
          </a:xfrm>
          <a:prstGeom prst="rect">
            <a:avLst/>
          </a:prstGeom>
          <a:ln w="12700">
            <a:miter lim="400000"/>
          </a:ln>
        </p:spPr>
        <p:txBody>
          <a:bodyPr lIns="45719" rIns="45719">
            <a:spAutoFit/>
          </a:bodyPr>
          <a:lstStyle/>
          <a:p>
            <a:pPr marL="457200" indent="-457200" eaLnBrk="1" fontAlgn="auto">
              <a:spcBef>
                <a:spcPts val="0"/>
              </a:spcBef>
              <a:spcAft>
                <a:spcPts val="0"/>
              </a:spcAft>
              <a:buSzPct val="100000"/>
              <a:buFontTx/>
              <a:buChar char="-"/>
              <a:defRPr sz="3400"/>
            </a:pPr>
            <a:endParaRPr sz="3400" kern="0" dirty="0">
              <a:latin typeface="+mj-lt"/>
              <a:ea typeface="+mj-ea"/>
              <a:cs typeface="+mj-cs"/>
              <a:sym typeface="Calibri"/>
            </a:endParaRPr>
          </a:p>
        </p:txBody>
      </p:sp>
      <p:sp>
        <p:nvSpPr>
          <p:cNvPr id="7182" name="Rectangle 16">
            <a:extLst>
              <a:ext uri="{FF2B5EF4-FFF2-40B4-BE49-F238E27FC236}">
                <a16:creationId xmlns:a16="http://schemas.microsoft.com/office/drawing/2014/main" id="{E5C39E34-4179-7CA4-0EBD-C846E1C89B6B}"/>
              </a:ext>
            </a:extLst>
          </p:cNvPr>
          <p:cNvSpPr>
            <a:spLocks noChangeArrowheads="1"/>
          </p:cNvSpPr>
          <p:nvPr/>
        </p:nvSpPr>
        <p:spPr bwMode="auto">
          <a:xfrm>
            <a:off x="3108325" y="2049463"/>
            <a:ext cx="12071350" cy="698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US" altLang="en-US" sz="3200" b="1">
                <a:latin typeface="Times New Roman" panose="02020603050405020304" pitchFamily="18" charset="0"/>
                <a:cs typeface="Times New Roman" panose="02020603050405020304" pitchFamily="18" charset="0"/>
              </a:rPr>
              <a:t>Proposed System</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Web-based </a:t>
            </a:r>
            <a:r>
              <a:rPr lang="en-US" altLang="en-US" sz="3200" b="1">
                <a:latin typeface="Times New Roman" panose="02020603050405020304" pitchFamily="18" charset="0"/>
                <a:cs typeface="Times New Roman" panose="02020603050405020304" pitchFamily="18" charset="0"/>
              </a:rPr>
              <a:t>Ticket Booking Application</a:t>
            </a:r>
            <a:r>
              <a:rPr lang="en-US" altLang="en-US" sz="3200">
                <a:latin typeface="Times New Roman" panose="02020603050405020304" pitchFamily="18" charset="0"/>
                <a:cs typeface="Times New Roman" panose="02020603050405020304" pitchFamily="18" charset="0"/>
              </a:rPr>
              <a:t> using React JS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Centralized platform to </a:t>
            </a:r>
            <a:r>
              <a:rPr lang="en-US" altLang="en-US" sz="3200" b="1">
                <a:latin typeface="Times New Roman" panose="02020603050405020304" pitchFamily="18" charset="0"/>
                <a:cs typeface="Times New Roman" panose="02020603050405020304" pitchFamily="18" charset="0"/>
              </a:rPr>
              <a:t>view event details</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Event name, department, date, time, venue, price, availability</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200" b="1">
                <a:latin typeface="Times New Roman" panose="02020603050405020304" pitchFamily="18" charset="0"/>
                <a:cs typeface="Times New Roman" panose="02020603050405020304" pitchFamily="18" charset="0"/>
              </a:rPr>
              <a:t>Online booking system</a:t>
            </a:r>
            <a:r>
              <a:rPr lang="en-US" altLang="en-US" sz="3200">
                <a:latin typeface="Times New Roman" panose="02020603050405020304" pitchFamily="18" charset="0"/>
                <a:cs typeface="Times New Roman" panose="02020603050405020304" pitchFamily="18" charset="0"/>
              </a:rPr>
              <a:t> for students and faculty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Users enter: Name, Email, Department, Number of tickets </a:t>
            </a:r>
          </a:p>
          <a:p>
            <a:pPr>
              <a:buFont typeface="Arial" panose="020B0604020202020204" pitchFamily="34" charset="0"/>
              <a:buChar char="•"/>
            </a:pPr>
            <a:r>
              <a:rPr lang="en-US" altLang="en-US" sz="3200" b="1">
                <a:latin typeface="Times New Roman" panose="02020603050405020304" pitchFamily="18" charset="0"/>
                <a:cs typeface="Times New Roman" panose="02020603050405020304" pitchFamily="18" charset="0"/>
              </a:rPr>
              <a:t>Input validation</a:t>
            </a:r>
            <a:r>
              <a:rPr lang="en-US" altLang="en-US" sz="3200">
                <a:latin typeface="Times New Roman" panose="02020603050405020304" pitchFamily="18" charset="0"/>
                <a:cs typeface="Times New Roman" panose="02020603050405020304" pitchFamily="18" charset="0"/>
              </a:rPr>
              <a:t> for all fields and email format </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Prevents </a:t>
            </a:r>
            <a:r>
              <a:rPr lang="en-US" altLang="en-US" sz="3200" b="1">
                <a:latin typeface="Times New Roman" panose="02020603050405020304" pitchFamily="18" charset="0"/>
                <a:cs typeface="Times New Roman" panose="02020603050405020304" pitchFamily="18" charset="0"/>
              </a:rPr>
              <a:t>overbooking</a:t>
            </a:r>
            <a:r>
              <a:rPr lang="en-US" altLang="en-US" sz="3200">
                <a:latin typeface="Times New Roman" panose="02020603050405020304" pitchFamily="18" charset="0"/>
                <a:cs typeface="Times New Roman" panose="02020603050405020304" pitchFamily="18" charset="0"/>
              </a:rPr>
              <a:t> based on available tickets </a:t>
            </a:r>
          </a:p>
          <a:p>
            <a:pPr>
              <a:buFont typeface="Arial" panose="020B0604020202020204" pitchFamily="34" charset="0"/>
              <a:buChar char="•"/>
            </a:pPr>
            <a:r>
              <a:rPr lang="en-US" altLang="en-US" sz="3200" b="1">
                <a:latin typeface="Times New Roman" panose="02020603050405020304" pitchFamily="18" charset="0"/>
                <a:cs typeface="Times New Roman" panose="02020603050405020304" pitchFamily="18" charset="0"/>
              </a:rPr>
              <a:t>Real-time update</a:t>
            </a:r>
            <a:r>
              <a:rPr lang="en-US" altLang="en-US" sz="3200">
                <a:latin typeface="Times New Roman" panose="02020603050405020304" pitchFamily="18" charset="0"/>
                <a:cs typeface="Times New Roman" panose="02020603050405020304" pitchFamily="18" charset="0"/>
              </a:rPr>
              <a:t> of ticket availability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Instant </a:t>
            </a:r>
            <a:r>
              <a:rPr lang="en-US" altLang="en-US" sz="3200" b="1">
                <a:latin typeface="Times New Roman" panose="02020603050405020304" pitchFamily="18" charset="0"/>
                <a:cs typeface="Times New Roman" panose="02020603050405020304" pitchFamily="18" charset="0"/>
              </a:rPr>
              <a:t>booking confirmation with summary</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8194" name="Group 5">
            <a:extLst>
              <a:ext uri="{FF2B5EF4-FFF2-40B4-BE49-F238E27FC236}">
                <a16:creationId xmlns:a16="http://schemas.microsoft.com/office/drawing/2014/main" id="{9069F468-59A0-368A-5963-61317540CCD2}"/>
              </a:ext>
            </a:extLst>
          </p:cNvPr>
          <p:cNvGrpSpPr>
            <a:grpSpLocks/>
          </p:cNvGrpSpPr>
          <p:nvPr/>
        </p:nvGrpSpPr>
        <p:grpSpPr bwMode="auto">
          <a:xfrm>
            <a:off x="709613" y="4656138"/>
            <a:ext cx="992187" cy="992187"/>
            <a:chOff x="0" y="0"/>
            <a:chExt cx="992462" cy="992462"/>
          </a:xfrm>
        </p:grpSpPr>
        <p:sp>
          <p:nvSpPr>
            <p:cNvPr id="8224" name="Freeform 6">
              <a:extLst>
                <a:ext uri="{FF2B5EF4-FFF2-40B4-BE49-F238E27FC236}">
                  <a16:creationId xmlns:a16="http://schemas.microsoft.com/office/drawing/2014/main" id="{C6A4E6DF-9153-7028-72D3-2F201387D911}"/>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25" name="TextBox 7">
              <a:extLst>
                <a:ext uri="{FF2B5EF4-FFF2-40B4-BE49-F238E27FC236}">
                  <a16:creationId xmlns:a16="http://schemas.microsoft.com/office/drawing/2014/main" id="{6A167600-D33B-9B46-D2D5-3EA06A454295}"/>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5</a:t>
              </a:r>
            </a:p>
          </p:txBody>
        </p:sp>
      </p:grpSp>
      <p:grpSp>
        <p:nvGrpSpPr>
          <p:cNvPr id="8195" name="Group 8">
            <a:extLst>
              <a:ext uri="{FF2B5EF4-FFF2-40B4-BE49-F238E27FC236}">
                <a16:creationId xmlns:a16="http://schemas.microsoft.com/office/drawing/2014/main" id="{B38835F6-8279-9916-8FCD-23083F795A56}"/>
              </a:ext>
            </a:extLst>
          </p:cNvPr>
          <p:cNvGrpSpPr>
            <a:grpSpLocks/>
          </p:cNvGrpSpPr>
          <p:nvPr/>
        </p:nvGrpSpPr>
        <p:grpSpPr bwMode="auto">
          <a:xfrm>
            <a:off x="950913" y="3321050"/>
            <a:ext cx="508000" cy="542925"/>
            <a:chOff x="0" y="0"/>
            <a:chExt cx="508157" cy="543804"/>
          </a:xfrm>
        </p:grpSpPr>
        <p:sp>
          <p:nvSpPr>
            <p:cNvPr id="8222" name="Freeform 9">
              <a:extLst>
                <a:ext uri="{FF2B5EF4-FFF2-40B4-BE49-F238E27FC236}">
                  <a16:creationId xmlns:a16="http://schemas.microsoft.com/office/drawing/2014/main" id="{DC497875-3335-3E87-B59E-C67DD231F71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23" name="TextBox 10">
              <a:extLst>
                <a:ext uri="{FF2B5EF4-FFF2-40B4-BE49-F238E27FC236}">
                  <a16:creationId xmlns:a16="http://schemas.microsoft.com/office/drawing/2014/main" id="{C94D076F-8D1D-78F6-1BF1-1A0050622AE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8196" name="Group 11">
            <a:extLst>
              <a:ext uri="{FF2B5EF4-FFF2-40B4-BE49-F238E27FC236}">
                <a16:creationId xmlns:a16="http://schemas.microsoft.com/office/drawing/2014/main" id="{52558000-E4D2-3702-F41E-5A5B3CDBCF36}"/>
              </a:ext>
            </a:extLst>
          </p:cNvPr>
          <p:cNvGrpSpPr>
            <a:grpSpLocks/>
          </p:cNvGrpSpPr>
          <p:nvPr/>
        </p:nvGrpSpPr>
        <p:grpSpPr bwMode="auto">
          <a:xfrm>
            <a:off x="950913" y="1987550"/>
            <a:ext cx="508000" cy="542925"/>
            <a:chOff x="0" y="0"/>
            <a:chExt cx="508157" cy="543804"/>
          </a:xfrm>
        </p:grpSpPr>
        <p:sp>
          <p:nvSpPr>
            <p:cNvPr id="8220" name="Freeform 12">
              <a:extLst>
                <a:ext uri="{FF2B5EF4-FFF2-40B4-BE49-F238E27FC236}">
                  <a16:creationId xmlns:a16="http://schemas.microsoft.com/office/drawing/2014/main" id="{FA93F0B7-8F70-AE94-85BE-525D2AA0754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21" name="TextBox 13">
              <a:extLst>
                <a:ext uri="{FF2B5EF4-FFF2-40B4-BE49-F238E27FC236}">
                  <a16:creationId xmlns:a16="http://schemas.microsoft.com/office/drawing/2014/main" id="{1B34CD19-15F3-6570-BF68-1C53511CFBD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8197" name="Group 14">
            <a:extLst>
              <a:ext uri="{FF2B5EF4-FFF2-40B4-BE49-F238E27FC236}">
                <a16:creationId xmlns:a16="http://schemas.microsoft.com/office/drawing/2014/main" id="{2E9E42CE-73CA-3974-9696-F0767D6C2AC6}"/>
              </a:ext>
            </a:extLst>
          </p:cNvPr>
          <p:cNvGrpSpPr>
            <a:grpSpLocks/>
          </p:cNvGrpSpPr>
          <p:nvPr/>
        </p:nvGrpSpPr>
        <p:grpSpPr bwMode="auto">
          <a:xfrm>
            <a:off x="950913" y="3987800"/>
            <a:ext cx="508000" cy="544513"/>
            <a:chOff x="0" y="0"/>
            <a:chExt cx="508157" cy="543804"/>
          </a:xfrm>
        </p:grpSpPr>
        <p:sp>
          <p:nvSpPr>
            <p:cNvPr id="8218" name="Freeform 15">
              <a:extLst>
                <a:ext uri="{FF2B5EF4-FFF2-40B4-BE49-F238E27FC236}">
                  <a16:creationId xmlns:a16="http://schemas.microsoft.com/office/drawing/2014/main" id="{4B6B05D8-35E6-5B30-0E6B-0646925AD8B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9" name="TextBox 16">
              <a:extLst>
                <a:ext uri="{FF2B5EF4-FFF2-40B4-BE49-F238E27FC236}">
                  <a16:creationId xmlns:a16="http://schemas.microsoft.com/office/drawing/2014/main" id="{A18E6A57-6945-6371-97AB-AE4EF69D4C2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8198" name="Group 17">
            <a:extLst>
              <a:ext uri="{FF2B5EF4-FFF2-40B4-BE49-F238E27FC236}">
                <a16:creationId xmlns:a16="http://schemas.microsoft.com/office/drawing/2014/main" id="{A8754A7B-CBF2-6837-D047-65D1C15418D6}"/>
              </a:ext>
            </a:extLst>
          </p:cNvPr>
          <p:cNvGrpSpPr>
            <a:grpSpLocks/>
          </p:cNvGrpSpPr>
          <p:nvPr/>
        </p:nvGrpSpPr>
        <p:grpSpPr bwMode="auto">
          <a:xfrm>
            <a:off x="950913" y="2652713"/>
            <a:ext cx="508000" cy="544512"/>
            <a:chOff x="0" y="0"/>
            <a:chExt cx="508157" cy="543804"/>
          </a:xfrm>
        </p:grpSpPr>
        <p:sp>
          <p:nvSpPr>
            <p:cNvPr id="8216" name="Freeform 18">
              <a:extLst>
                <a:ext uri="{FF2B5EF4-FFF2-40B4-BE49-F238E27FC236}">
                  <a16:creationId xmlns:a16="http://schemas.microsoft.com/office/drawing/2014/main" id="{117FA6C4-7DCB-7EA1-6053-8D38DAEB056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7" name="TextBox 19">
              <a:extLst>
                <a:ext uri="{FF2B5EF4-FFF2-40B4-BE49-F238E27FC236}">
                  <a16:creationId xmlns:a16="http://schemas.microsoft.com/office/drawing/2014/main" id="{98B2FC54-3B3B-BD7C-EA77-A8FF92F7B26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8199" name="Group 20">
            <a:extLst>
              <a:ext uri="{FF2B5EF4-FFF2-40B4-BE49-F238E27FC236}">
                <a16:creationId xmlns:a16="http://schemas.microsoft.com/office/drawing/2014/main" id="{AE75BE7C-F1EA-8559-ED18-DDFBA6A57D3A}"/>
              </a:ext>
            </a:extLst>
          </p:cNvPr>
          <p:cNvGrpSpPr>
            <a:grpSpLocks/>
          </p:cNvGrpSpPr>
          <p:nvPr/>
        </p:nvGrpSpPr>
        <p:grpSpPr bwMode="auto">
          <a:xfrm>
            <a:off x="950913" y="6430963"/>
            <a:ext cx="508000" cy="542925"/>
            <a:chOff x="0" y="0"/>
            <a:chExt cx="508157" cy="543804"/>
          </a:xfrm>
        </p:grpSpPr>
        <p:sp>
          <p:nvSpPr>
            <p:cNvPr id="8214" name="Freeform 21">
              <a:extLst>
                <a:ext uri="{FF2B5EF4-FFF2-40B4-BE49-F238E27FC236}">
                  <a16:creationId xmlns:a16="http://schemas.microsoft.com/office/drawing/2014/main" id="{2E1875DF-808E-2CA6-D235-301D2F1AE83A}"/>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5" name="TextBox 22">
              <a:extLst>
                <a:ext uri="{FF2B5EF4-FFF2-40B4-BE49-F238E27FC236}">
                  <a16:creationId xmlns:a16="http://schemas.microsoft.com/office/drawing/2014/main" id="{CB2F1957-A112-9000-6747-C72D132AD35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8200" name="Group 23">
            <a:extLst>
              <a:ext uri="{FF2B5EF4-FFF2-40B4-BE49-F238E27FC236}">
                <a16:creationId xmlns:a16="http://schemas.microsoft.com/office/drawing/2014/main" id="{EFC5A286-F43B-7ECF-0730-38FDCDA86A73}"/>
              </a:ext>
            </a:extLst>
          </p:cNvPr>
          <p:cNvGrpSpPr>
            <a:grpSpLocks/>
          </p:cNvGrpSpPr>
          <p:nvPr/>
        </p:nvGrpSpPr>
        <p:grpSpPr bwMode="auto">
          <a:xfrm>
            <a:off x="950913" y="5764213"/>
            <a:ext cx="508000" cy="544512"/>
            <a:chOff x="0" y="0"/>
            <a:chExt cx="508157" cy="543804"/>
          </a:xfrm>
        </p:grpSpPr>
        <p:sp>
          <p:nvSpPr>
            <p:cNvPr id="8212" name="Freeform 24">
              <a:extLst>
                <a:ext uri="{FF2B5EF4-FFF2-40B4-BE49-F238E27FC236}">
                  <a16:creationId xmlns:a16="http://schemas.microsoft.com/office/drawing/2014/main" id="{AF53CD85-8463-3F7D-5E84-486AC4CADCC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3" name="TextBox 25">
              <a:extLst>
                <a:ext uri="{FF2B5EF4-FFF2-40B4-BE49-F238E27FC236}">
                  <a16:creationId xmlns:a16="http://schemas.microsoft.com/office/drawing/2014/main" id="{43A1D98A-FE98-C41B-3B3B-8EB2ABF9365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8201" name="Group 26">
            <a:extLst>
              <a:ext uri="{FF2B5EF4-FFF2-40B4-BE49-F238E27FC236}">
                <a16:creationId xmlns:a16="http://schemas.microsoft.com/office/drawing/2014/main" id="{8D200357-FDF9-F227-5C63-C1C88F116E8B}"/>
              </a:ext>
            </a:extLst>
          </p:cNvPr>
          <p:cNvGrpSpPr>
            <a:grpSpLocks/>
          </p:cNvGrpSpPr>
          <p:nvPr/>
        </p:nvGrpSpPr>
        <p:grpSpPr bwMode="auto">
          <a:xfrm>
            <a:off x="950913" y="7088188"/>
            <a:ext cx="508000" cy="544512"/>
            <a:chOff x="0" y="0"/>
            <a:chExt cx="508157" cy="543804"/>
          </a:xfrm>
        </p:grpSpPr>
        <p:sp>
          <p:nvSpPr>
            <p:cNvPr id="8210" name="Freeform 27">
              <a:extLst>
                <a:ext uri="{FF2B5EF4-FFF2-40B4-BE49-F238E27FC236}">
                  <a16:creationId xmlns:a16="http://schemas.microsoft.com/office/drawing/2014/main" id="{EEA65DC8-57D1-E99F-E7DC-BD50C2E74AB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1" name="TextBox 28">
              <a:extLst>
                <a:ext uri="{FF2B5EF4-FFF2-40B4-BE49-F238E27FC236}">
                  <a16:creationId xmlns:a16="http://schemas.microsoft.com/office/drawing/2014/main" id="{81D10D06-D598-2FDE-6854-C897D00FA8B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8202" name="Group 29">
            <a:extLst>
              <a:ext uri="{FF2B5EF4-FFF2-40B4-BE49-F238E27FC236}">
                <a16:creationId xmlns:a16="http://schemas.microsoft.com/office/drawing/2014/main" id="{586F278C-4028-CCC8-03CC-39FDF2416D1F}"/>
              </a:ext>
            </a:extLst>
          </p:cNvPr>
          <p:cNvGrpSpPr>
            <a:grpSpLocks/>
          </p:cNvGrpSpPr>
          <p:nvPr/>
        </p:nvGrpSpPr>
        <p:grpSpPr bwMode="auto">
          <a:xfrm>
            <a:off x="950913" y="7756525"/>
            <a:ext cx="508000" cy="542925"/>
            <a:chOff x="0" y="0"/>
            <a:chExt cx="508157" cy="543804"/>
          </a:xfrm>
        </p:grpSpPr>
        <p:sp>
          <p:nvSpPr>
            <p:cNvPr id="8208" name="Freeform 30">
              <a:extLst>
                <a:ext uri="{FF2B5EF4-FFF2-40B4-BE49-F238E27FC236}">
                  <a16:creationId xmlns:a16="http://schemas.microsoft.com/office/drawing/2014/main" id="{9162F117-26D7-F358-BB9E-320D773F4B9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09" name="TextBox 31">
              <a:extLst>
                <a:ext uri="{FF2B5EF4-FFF2-40B4-BE49-F238E27FC236}">
                  <a16:creationId xmlns:a16="http://schemas.microsoft.com/office/drawing/2014/main" id="{0DE60A48-0E0E-B743-1BE7-30EA9D63693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8203" name="Freeform 38">
            <a:extLst>
              <a:ext uri="{FF2B5EF4-FFF2-40B4-BE49-F238E27FC236}">
                <a16:creationId xmlns:a16="http://schemas.microsoft.com/office/drawing/2014/main" id="{4ED5A40A-2156-B770-0FF9-383753717972}"/>
              </a:ext>
            </a:extLst>
          </p:cNvPr>
          <p:cNvSpPr>
            <a:spLocks noChangeArrowheads="1"/>
          </p:cNvSpPr>
          <p:nvPr/>
        </p:nvSpPr>
        <p:spPr bwMode="auto">
          <a:xfrm>
            <a:off x="11761788" y="-9632950"/>
            <a:ext cx="10995025" cy="10995025"/>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04" name="Freeform 10">
            <a:extLst>
              <a:ext uri="{FF2B5EF4-FFF2-40B4-BE49-F238E27FC236}">
                <a16:creationId xmlns:a16="http://schemas.microsoft.com/office/drawing/2014/main" id="{C3B23E29-B7F3-D331-FC2E-2D89823443BB}"/>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05" name="TextBox 41">
            <a:extLst>
              <a:ext uri="{FF2B5EF4-FFF2-40B4-BE49-F238E27FC236}">
                <a16:creationId xmlns:a16="http://schemas.microsoft.com/office/drawing/2014/main" id="{FDA3E761-15A4-08BF-2778-AFF6E5CCE6C5}"/>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PROPOSED SYSTEM ARCHITECTURE</a:t>
            </a:r>
          </a:p>
        </p:txBody>
      </p:sp>
      <p:sp>
        <p:nvSpPr>
          <p:cNvPr id="259" name="TextBox 42">
            <a:extLst>
              <a:ext uri="{FF2B5EF4-FFF2-40B4-BE49-F238E27FC236}">
                <a16:creationId xmlns:a16="http://schemas.microsoft.com/office/drawing/2014/main" id="{E505E58B-D4BA-69C4-52BA-1A29F323EC4A}"/>
              </a:ext>
            </a:extLst>
          </p:cNvPr>
          <p:cNvSpPr txBox="1"/>
          <p:nvPr/>
        </p:nvSpPr>
        <p:spPr>
          <a:xfrm>
            <a:off x="2255838" y="1638300"/>
            <a:ext cx="14990762" cy="12461875"/>
          </a:xfrm>
          <a:prstGeom prst="rect">
            <a:avLst/>
          </a:prstGeom>
          <a:ln w="12700">
            <a:miter lim="400000"/>
          </a:ln>
        </p:spPr>
        <p:txBody>
          <a:bodyPr lIns="45719" rIns="45719">
            <a:spAutoFit/>
          </a:bodyPr>
          <a:lstStyle/>
          <a:p>
            <a:pPr eaLnBrk="1" fontAlgn="auto">
              <a:spcBef>
                <a:spcPts val="0"/>
              </a:spcBef>
              <a:spcAft>
                <a:spcPts val="0"/>
              </a:spcAft>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p:txBody>
      </p:sp>
      <p:pic>
        <p:nvPicPr>
          <p:cNvPr id="8207" name="Picture 2">
            <a:extLst>
              <a:ext uri="{FF2B5EF4-FFF2-40B4-BE49-F238E27FC236}">
                <a16:creationId xmlns:a16="http://schemas.microsoft.com/office/drawing/2014/main" id="{834E3E3B-17FC-4864-C552-94B7D92D6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485900"/>
            <a:ext cx="131064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9218" name="Group 14">
            <a:extLst>
              <a:ext uri="{FF2B5EF4-FFF2-40B4-BE49-F238E27FC236}">
                <a16:creationId xmlns:a16="http://schemas.microsoft.com/office/drawing/2014/main" id="{9D4C02A7-E989-9911-08A2-969333FB4526}"/>
              </a:ext>
            </a:extLst>
          </p:cNvPr>
          <p:cNvGrpSpPr>
            <a:grpSpLocks/>
          </p:cNvGrpSpPr>
          <p:nvPr/>
        </p:nvGrpSpPr>
        <p:grpSpPr bwMode="auto">
          <a:xfrm>
            <a:off x="735013" y="5318125"/>
            <a:ext cx="993775" cy="992188"/>
            <a:chOff x="0" y="0"/>
            <a:chExt cx="992462" cy="992462"/>
          </a:xfrm>
        </p:grpSpPr>
        <p:sp>
          <p:nvSpPr>
            <p:cNvPr id="9247" name="Freeform 15">
              <a:extLst>
                <a:ext uri="{FF2B5EF4-FFF2-40B4-BE49-F238E27FC236}">
                  <a16:creationId xmlns:a16="http://schemas.microsoft.com/office/drawing/2014/main" id="{0B58474B-04FD-EC95-08C2-1564293CCEE3}"/>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8" name="TextBox 16">
              <a:extLst>
                <a:ext uri="{FF2B5EF4-FFF2-40B4-BE49-F238E27FC236}">
                  <a16:creationId xmlns:a16="http://schemas.microsoft.com/office/drawing/2014/main" id="{02086DB5-E693-FB9A-701F-4C4BA008336D}"/>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6</a:t>
              </a:r>
            </a:p>
          </p:txBody>
        </p:sp>
      </p:grpSp>
      <p:grpSp>
        <p:nvGrpSpPr>
          <p:cNvPr id="9219" name="Group 17">
            <a:extLst>
              <a:ext uri="{FF2B5EF4-FFF2-40B4-BE49-F238E27FC236}">
                <a16:creationId xmlns:a16="http://schemas.microsoft.com/office/drawing/2014/main" id="{FB0DD724-C894-55DB-79FA-F8EDF6DDF084}"/>
              </a:ext>
            </a:extLst>
          </p:cNvPr>
          <p:cNvGrpSpPr>
            <a:grpSpLocks/>
          </p:cNvGrpSpPr>
          <p:nvPr/>
        </p:nvGrpSpPr>
        <p:grpSpPr bwMode="auto">
          <a:xfrm>
            <a:off x="977900" y="3316288"/>
            <a:ext cx="508000" cy="542925"/>
            <a:chOff x="0" y="0"/>
            <a:chExt cx="508157" cy="543804"/>
          </a:xfrm>
        </p:grpSpPr>
        <p:sp>
          <p:nvSpPr>
            <p:cNvPr id="9245" name="Freeform 18">
              <a:extLst>
                <a:ext uri="{FF2B5EF4-FFF2-40B4-BE49-F238E27FC236}">
                  <a16:creationId xmlns:a16="http://schemas.microsoft.com/office/drawing/2014/main" id="{41163777-F02D-9B6F-1181-AF54EDFBADC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6" name="TextBox 19">
              <a:extLst>
                <a:ext uri="{FF2B5EF4-FFF2-40B4-BE49-F238E27FC236}">
                  <a16:creationId xmlns:a16="http://schemas.microsoft.com/office/drawing/2014/main" id="{9CC6B508-A615-C12E-32B8-4D153B3F938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9220" name="Group 20">
            <a:extLst>
              <a:ext uri="{FF2B5EF4-FFF2-40B4-BE49-F238E27FC236}">
                <a16:creationId xmlns:a16="http://schemas.microsoft.com/office/drawing/2014/main" id="{AA8AC0D9-3DAD-6717-56D5-CD4B75397BBC}"/>
              </a:ext>
            </a:extLst>
          </p:cNvPr>
          <p:cNvGrpSpPr>
            <a:grpSpLocks/>
          </p:cNvGrpSpPr>
          <p:nvPr/>
        </p:nvGrpSpPr>
        <p:grpSpPr bwMode="auto">
          <a:xfrm>
            <a:off x="977900" y="1982788"/>
            <a:ext cx="508000" cy="542925"/>
            <a:chOff x="0" y="0"/>
            <a:chExt cx="508157" cy="543804"/>
          </a:xfrm>
        </p:grpSpPr>
        <p:sp>
          <p:nvSpPr>
            <p:cNvPr id="9243" name="Freeform 21">
              <a:extLst>
                <a:ext uri="{FF2B5EF4-FFF2-40B4-BE49-F238E27FC236}">
                  <a16:creationId xmlns:a16="http://schemas.microsoft.com/office/drawing/2014/main" id="{DFD03A83-F8C7-FD0C-936F-C49A8CED956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4" name="TextBox 22">
              <a:extLst>
                <a:ext uri="{FF2B5EF4-FFF2-40B4-BE49-F238E27FC236}">
                  <a16:creationId xmlns:a16="http://schemas.microsoft.com/office/drawing/2014/main" id="{BD807F00-2360-F4E2-299F-79FABE2DAD3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9221" name="Group 23">
            <a:extLst>
              <a:ext uri="{FF2B5EF4-FFF2-40B4-BE49-F238E27FC236}">
                <a16:creationId xmlns:a16="http://schemas.microsoft.com/office/drawing/2014/main" id="{B7FFC436-1405-8FA9-9805-1C8D5969D4C9}"/>
              </a:ext>
            </a:extLst>
          </p:cNvPr>
          <p:cNvGrpSpPr>
            <a:grpSpLocks/>
          </p:cNvGrpSpPr>
          <p:nvPr/>
        </p:nvGrpSpPr>
        <p:grpSpPr bwMode="auto">
          <a:xfrm>
            <a:off x="977900" y="3983038"/>
            <a:ext cx="508000" cy="544512"/>
            <a:chOff x="0" y="0"/>
            <a:chExt cx="508157" cy="543804"/>
          </a:xfrm>
        </p:grpSpPr>
        <p:sp>
          <p:nvSpPr>
            <p:cNvPr id="9241" name="Freeform 24">
              <a:extLst>
                <a:ext uri="{FF2B5EF4-FFF2-40B4-BE49-F238E27FC236}">
                  <a16:creationId xmlns:a16="http://schemas.microsoft.com/office/drawing/2014/main" id="{97D781E9-DA0A-EF7E-347C-886180D1A00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2" name="TextBox 25">
              <a:extLst>
                <a:ext uri="{FF2B5EF4-FFF2-40B4-BE49-F238E27FC236}">
                  <a16:creationId xmlns:a16="http://schemas.microsoft.com/office/drawing/2014/main" id="{EAB6D041-EF65-32F8-0169-0FFEA24E772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9222" name="Group 26">
            <a:extLst>
              <a:ext uri="{FF2B5EF4-FFF2-40B4-BE49-F238E27FC236}">
                <a16:creationId xmlns:a16="http://schemas.microsoft.com/office/drawing/2014/main" id="{8759439C-AA98-1176-634A-C5C4A7852F2F}"/>
              </a:ext>
            </a:extLst>
          </p:cNvPr>
          <p:cNvGrpSpPr>
            <a:grpSpLocks/>
          </p:cNvGrpSpPr>
          <p:nvPr/>
        </p:nvGrpSpPr>
        <p:grpSpPr bwMode="auto">
          <a:xfrm>
            <a:off x="977900" y="2647950"/>
            <a:ext cx="508000" cy="544513"/>
            <a:chOff x="0" y="0"/>
            <a:chExt cx="508157" cy="543804"/>
          </a:xfrm>
        </p:grpSpPr>
        <p:sp>
          <p:nvSpPr>
            <p:cNvPr id="9239" name="Freeform 27">
              <a:extLst>
                <a:ext uri="{FF2B5EF4-FFF2-40B4-BE49-F238E27FC236}">
                  <a16:creationId xmlns:a16="http://schemas.microsoft.com/office/drawing/2014/main" id="{3FBD33E1-1071-BB7F-110B-1363C62E337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0" name="TextBox 28">
              <a:extLst>
                <a:ext uri="{FF2B5EF4-FFF2-40B4-BE49-F238E27FC236}">
                  <a16:creationId xmlns:a16="http://schemas.microsoft.com/office/drawing/2014/main" id="{C486B21F-2EC4-2D3C-7307-A364B97F7DC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9223" name="Group 29">
            <a:extLst>
              <a:ext uri="{FF2B5EF4-FFF2-40B4-BE49-F238E27FC236}">
                <a16:creationId xmlns:a16="http://schemas.microsoft.com/office/drawing/2014/main" id="{D0744CFC-D143-81DA-4B30-4C851A944F2A}"/>
              </a:ext>
            </a:extLst>
          </p:cNvPr>
          <p:cNvGrpSpPr>
            <a:grpSpLocks/>
          </p:cNvGrpSpPr>
          <p:nvPr/>
        </p:nvGrpSpPr>
        <p:grpSpPr bwMode="auto">
          <a:xfrm>
            <a:off x="977900" y="6426200"/>
            <a:ext cx="508000" cy="542925"/>
            <a:chOff x="0" y="0"/>
            <a:chExt cx="508157" cy="543804"/>
          </a:xfrm>
        </p:grpSpPr>
        <p:sp>
          <p:nvSpPr>
            <p:cNvPr id="9237" name="Freeform 30">
              <a:extLst>
                <a:ext uri="{FF2B5EF4-FFF2-40B4-BE49-F238E27FC236}">
                  <a16:creationId xmlns:a16="http://schemas.microsoft.com/office/drawing/2014/main" id="{46C057C9-2F01-8ACE-C9E5-BDEFC1D0BCC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8" name="TextBox 31">
              <a:extLst>
                <a:ext uri="{FF2B5EF4-FFF2-40B4-BE49-F238E27FC236}">
                  <a16:creationId xmlns:a16="http://schemas.microsoft.com/office/drawing/2014/main" id="{11257CD4-6651-C3A7-71EA-12CD55F8F3D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9224" name="Group 32">
            <a:extLst>
              <a:ext uri="{FF2B5EF4-FFF2-40B4-BE49-F238E27FC236}">
                <a16:creationId xmlns:a16="http://schemas.microsoft.com/office/drawing/2014/main" id="{AB5E3856-598F-FE6A-C8F4-90D3BD39E023}"/>
              </a:ext>
            </a:extLst>
          </p:cNvPr>
          <p:cNvGrpSpPr>
            <a:grpSpLocks/>
          </p:cNvGrpSpPr>
          <p:nvPr/>
        </p:nvGrpSpPr>
        <p:grpSpPr bwMode="auto">
          <a:xfrm>
            <a:off x="977900" y="4651375"/>
            <a:ext cx="508000" cy="542925"/>
            <a:chOff x="0" y="0"/>
            <a:chExt cx="508157" cy="543804"/>
          </a:xfrm>
        </p:grpSpPr>
        <p:sp>
          <p:nvSpPr>
            <p:cNvPr id="9235" name="Freeform 33">
              <a:extLst>
                <a:ext uri="{FF2B5EF4-FFF2-40B4-BE49-F238E27FC236}">
                  <a16:creationId xmlns:a16="http://schemas.microsoft.com/office/drawing/2014/main" id="{646A2CBA-70AB-47B7-3F00-A5820F36426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6" name="TextBox 34">
              <a:extLst>
                <a:ext uri="{FF2B5EF4-FFF2-40B4-BE49-F238E27FC236}">
                  <a16:creationId xmlns:a16="http://schemas.microsoft.com/office/drawing/2014/main" id="{BE4AD355-03E1-CF3E-14D3-D24CB055BDB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9225" name="Group 37">
            <a:extLst>
              <a:ext uri="{FF2B5EF4-FFF2-40B4-BE49-F238E27FC236}">
                <a16:creationId xmlns:a16="http://schemas.microsoft.com/office/drawing/2014/main" id="{0C61CF8A-0F82-F8A8-1457-67CFBE96A710}"/>
              </a:ext>
            </a:extLst>
          </p:cNvPr>
          <p:cNvGrpSpPr>
            <a:grpSpLocks/>
          </p:cNvGrpSpPr>
          <p:nvPr/>
        </p:nvGrpSpPr>
        <p:grpSpPr bwMode="auto">
          <a:xfrm>
            <a:off x="977900" y="7092950"/>
            <a:ext cx="508000" cy="544513"/>
            <a:chOff x="0" y="0"/>
            <a:chExt cx="508157" cy="543804"/>
          </a:xfrm>
        </p:grpSpPr>
        <p:sp>
          <p:nvSpPr>
            <p:cNvPr id="9233" name="Freeform 38">
              <a:extLst>
                <a:ext uri="{FF2B5EF4-FFF2-40B4-BE49-F238E27FC236}">
                  <a16:creationId xmlns:a16="http://schemas.microsoft.com/office/drawing/2014/main" id="{DEC30D35-1A2B-B47E-49A9-4233CCF373E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4" name="TextBox 39">
              <a:extLst>
                <a:ext uri="{FF2B5EF4-FFF2-40B4-BE49-F238E27FC236}">
                  <a16:creationId xmlns:a16="http://schemas.microsoft.com/office/drawing/2014/main" id="{757C7B87-21A6-914F-B472-153E1BE1612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9226" name="Group 40">
            <a:extLst>
              <a:ext uri="{FF2B5EF4-FFF2-40B4-BE49-F238E27FC236}">
                <a16:creationId xmlns:a16="http://schemas.microsoft.com/office/drawing/2014/main" id="{C7CD8760-EC77-1F9D-B13A-C62AA46A7EF8}"/>
              </a:ext>
            </a:extLst>
          </p:cNvPr>
          <p:cNvGrpSpPr>
            <a:grpSpLocks/>
          </p:cNvGrpSpPr>
          <p:nvPr/>
        </p:nvGrpSpPr>
        <p:grpSpPr bwMode="auto">
          <a:xfrm>
            <a:off x="977900" y="7761288"/>
            <a:ext cx="508000" cy="542925"/>
            <a:chOff x="0" y="0"/>
            <a:chExt cx="508157" cy="543804"/>
          </a:xfrm>
        </p:grpSpPr>
        <p:sp>
          <p:nvSpPr>
            <p:cNvPr id="9231" name="Freeform 41">
              <a:extLst>
                <a:ext uri="{FF2B5EF4-FFF2-40B4-BE49-F238E27FC236}">
                  <a16:creationId xmlns:a16="http://schemas.microsoft.com/office/drawing/2014/main" id="{D4EA6496-701D-03E4-3F11-09F386509C3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2" name="TextBox 42">
              <a:extLst>
                <a:ext uri="{FF2B5EF4-FFF2-40B4-BE49-F238E27FC236}">
                  <a16:creationId xmlns:a16="http://schemas.microsoft.com/office/drawing/2014/main" id="{2817B237-7F5B-7A49-30D8-7C4F938167C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9227" name="Freeform 10">
            <a:extLst>
              <a:ext uri="{FF2B5EF4-FFF2-40B4-BE49-F238E27FC236}">
                <a16:creationId xmlns:a16="http://schemas.microsoft.com/office/drawing/2014/main" id="{8CE805F0-2C04-5DEF-0F2A-1E7042BDA313}"/>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28" name="TextBox 46">
            <a:extLst>
              <a:ext uri="{FF2B5EF4-FFF2-40B4-BE49-F238E27FC236}">
                <a16:creationId xmlns:a16="http://schemas.microsoft.com/office/drawing/2014/main" id="{4FA1C04F-D6E0-2ED9-EC3E-D38BAAB23191}"/>
              </a:ext>
            </a:extLst>
          </p:cNvPr>
          <p:cNvSpPr txBox="1">
            <a:spLocks noChangeArrowheads="1"/>
          </p:cNvSpPr>
          <p:nvPr/>
        </p:nvSpPr>
        <p:spPr bwMode="auto">
          <a:xfrm>
            <a:off x="236538" y="315913"/>
            <a:ext cx="178149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WORKFLOW</a:t>
            </a:r>
          </a:p>
        </p:txBody>
      </p:sp>
      <p:sp>
        <p:nvSpPr>
          <p:cNvPr id="9229" name="TextBox 49">
            <a:extLst>
              <a:ext uri="{FF2B5EF4-FFF2-40B4-BE49-F238E27FC236}">
                <a16:creationId xmlns:a16="http://schemas.microsoft.com/office/drawing/2014/main" id="{D8BA080E-F401-48D6-4851-F0828AACC151}"/>
              </a:ext>
            </a:extLst>
          </p:cNvPr>
          <p:cNvSpPr txBox="1">
            <a:spLocks noChangeArrowheads="1"/>
          </p:cNvSpPr>
          <p:nvPr/>
        </p:nvSpPr>
        <p:spPr bwMode="auto">
          <a:xfrm>
            <a:off x="2255838" y="1638300"/>
            <a:ext cx="14990762" cy="784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sz="2800"/>
          </a:p>
        </p:txBody>
      </p:sp>
      <p:pic>
        <p:nvPicPr>
          <p:cNvPr id="9230" name="Picture 2">
            <a:extLst>
              <a:ext uri="{FF2B5EF4-FFF2-40B4-BE49-F238E27FC236}">
                <a16:creationId xmlns:a16="http://schemas.microsoft.com/office/drawing/2014/main" id="{E6B09368-69EE-1144-9CC7-CAACEB7E7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485900"/>
            <a:ext cx="131064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242" name="Group 19">
            <a:extLst>
              <a:ext uri="{FF2B5EF4-FFF2-40B4-BE49-F238E27FC236}">
                <a16:creationId xmlns:a16="http://schemas.microsoft.com/office/drawing/2014/main" id="{ADD3EA3C-4E4E-8FC7-3212-E7AC69ABC1ED}"/>
              </a:ext>
            </a:extLst>
          </p:cNvPr>
          <p:cNvGrpSpPr>
            <a:grpSpLocks/>
          </p:cNvGrpSpPr>
          <p:nvPr/>
        </p:nvGrpSpPr>
        <p:grpSpPr bwMode="auto">
          <a:xfrm>
            <a:off x="735013" y="5976938"/>
            <a:ext cx="993775" cy="992187"/>
            <a:chOff x="0" y="0"/>
            <a:chExt cx="992462" cy="992462"/>
          </a:xfrm>
        </p:grpSpPr>
        <p:sp>
          <p:nvSpPr>
            <p:cNvPr id="10270" name="Freeform 20">
              <a:extLst>
                <a:ext uri="{FF2B5EF4-FFF2-40B4-BE49-F238E27FC236}">
                  <a16:creationId xmlns:a16="http://schemas.microsoft.com/office/drawing/2014/main" id="{502211B4-1A1D-82A3-7365-05FB1043DF1A}"/>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71" name="TextBox 21">
              <a:extLst>
                <a:ext uri="{FF2B5EF4-FFF2-40B4-BE49-F238E27FC236}">
                  <a16:creationId xmlns:a16="http://schemas.microsoft.com/office/drawing/2014/main" id="{851FDED3-12A0-DBAE-DD40-0083E4BAFC9F}"/>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7</a:t>
              </a:r>
            </a:p>
          </p:txBody>
        </p:sp>
      </p:grpSp>
      <p:grpSp>
        <p:nvGrpSpPr>
          <p:cNvPr id="10243" name="Group 22">
            <a:extLst>
              <a:ext uri="{FF2B5EF4-FFF2-40B4-BE49-F238E27FC236}">
                <a16:creationId xmlns:a16="http://schemas.microsoft.com/office/drawing/2014/main" id="{CD0CAD5C-6233-C974-9C44-53FE973259BC}"/>
              </a:ext>
            </a:extLst>
          </p:cNvPr>
          <p:cNvGrpSpPr>
            <a:grpSpLocks/>
          </p:cNvGrpSpPr>
          <p:nvPr/>
        </p:nvGrpSpPr>
        <p:grpSpPr bwMode="auto">
          <a:xfrm>
            <a:off x="977900" y="3316288"/>
            <a:ext cx="508000" cy="542925"/>
            <a:chOff x="0" y="0"/>
            <a:chExt cx="508157" cy="543804"/>
          </a:xfrm>
        </p:grpSpPr>
        <p:sp>
          <p:nvSpPr>
            <p:cNvPr id="10268" name="Freeform 23">
              <a:extLst>
                <a:ext uri="{FF2B5EF4-FFF2-40B4-BE49-F238E27FC236}">
                  <a16:creationId xmlns:a16="http://schemas.microsoft.com/office/drawing/2014/main" id="{DCCFB3D5-17A9-33C4-AC0C-67D34BAA83C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9" name="TextBox 24">
              <a:extLst>
                <a:ext uri="{FF2B5EF4-FFF2-40B4-BE49-F238E27FC236}">
                  <a16:creationId xmlns:a16="http://schemas.microsoft.com/office/drawing/2014/main" id="{5B4C63DE-077E-121D-9930-3BAAB108C66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0244" name="Group 25">
            <a:extLst>
              <a:ext uri="{FF2B5EF4-FFF2-40B4-BE49-F238E27FC236}">
                <a16:creationId xmlns:a16="http://schemas.microsoft.com/office/drawing/2014/main" id="{0A336199-6A2B-C2EF-4EAD-ABD1075FA196}"/>
              </a:ext>
            </a:extLst>
          </p:cNvPr>
          <p:cNvGrpSpPr>
            <a:grpSpLocks/>
          </p:cNvGrpSpPr>
          <p:nvPr/>
        </p:nvGrpSpPr>
        <p:grpSpPr bwMode="auto">
          <a:xfrm>
            <a:off x="977900" y="1982788"/>
            <a:ext cx="508000" cy="542925"/>
            <a:chOff x="0" y="0"/>
            <a:chExt cx="508157" cy="543804"/>
          </a:xfrm>
        </p:grpSpPr>
        <p:sp>
          <p:nvSpPr>
            <p:cNvPr id="10266" name="Freeform 26">
              <a:extLst>
                <a:ext uri="{FF2B5EF4-FFF2-40B4-BE49-F238E27FC236}">
                  <a16:creationId xmlns:a16="http://schemas.microsoft.com/office/drawing/2014/main" id="{99A2DA5A-7D59-C859-6FB1-82701C91A66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7" name="TextBox 27">
              <a:extLst>
                <a:ext uri="{FF2B5EF4-FFF2-40B4-BE49-F238E27FC236}">
                  <a16:creationId xmlns:a16="http://schemas.microsoft.com/office/drawing/2014/main" id="{0BD8134A-6831-B37B-8373-38D43220DD8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0245" name="Group 28">
            <a:extLst>
              <a:ext uri="{FF2B5EF4-FFF2-40B4-BE49-F238E27FC236}">
                <a16:creationId xmlns:a16="http://schemas.microsoft.com/office/drawing/2014/main" id="{73DC3D57-975E-467A-BC51-70FAC34D0A03}"/>
              </a:ext>
            </a:extLst>
          </p:cNvPr>
          <p:cNvGrpSpPr>
            <a:grpSpLocks/>
          </p:cNvGrpSpPr>
          <p:nvPr/>
        </p:nvGrpSpPr>
        <p:grpSpPr bwMode="auto">
          <a:xfrm>
            <a:off x="977900" y="3983038"/>
            <a:ext cx="508000" cy="544512"/>
            <a:chOff x="0" y="0"/>
            <a:chExt cx="508157" cy="543804"/>
          </a:xfrm>
        </p:grpSpPr>
        <p:sp>
          <p:nvSpPr>
            <p:cNvPr id="10264" name="Freeform 29">
              <a:extLst>
                <a:ext uri="{FF2B5EF4-FFF2-40B4-BE49-F238E27FC236}">
                  <a16:creationId xmlns:a16="http://schemas.microsoft.com/office/drawing/2014/main" id="{9AFFD17B-5542-C1D1-1C51-112B09AD3AF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5" name="TextBox 30">
              <a:extLst>
                <a:ext uri="{FF2B5EF4-FFF2-40B4-BE49-F238E27FC236}">
                  <a16:creationId xmlns:a16="http://schemas.microsoft.com/office/drawing/2014/main" id="{B5C4CEAE-E375-0FB5-9572-67D6E015BFD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0246" name="Group 31">
            <a:extLst>
              <a:ext uri="{FF2B5EF4-FFF2-40B4-BE49-F238E27FC236}">
                <a16:creationId xmlns:a16="http://schemas.microsoft.com/office/drawing/2014/main" id="{9248BD8B-786C-A824-4790-2C1E3C2E09ED}"/>
              </a:ext>
            </a:extLst>
          </p:cNvPr>
          <p:cNvGrpSpPr>
            <a:grpSpLocks/>
          </p:cNvGrpSpPr>
          <p:nvPr/>
        </p:nvGrpSpPr>
        <p:grpSpPr bwMode="auto">
          <a:xfrm>
            <a:off x="977900" y="2647950"/>
            <a:ext cx="508000" cy="544513"/>
            <a:chOff x="0" y="0"/>
            <a:chExt cx="508157" cy="543804"/>
          </a:xfrm>
        </p:grpSpPr>
        <p:sp>
          <p:nvSpPr>
            <p:cNvPr id="10262" name="Freeform 32">
              <a:extLst>
                <a:ext uri="{FF2B5EF4-FFF2-40B4-BE49-F238E27FC236}">
                  <a16:creationId xmlns:a16="http://schemas.microsoft.com/office/drawing/2014/main" id="{54C5CEB6-CE46-AB2D-CE3D-2DF4364255FA}"/>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3" name="TextBox 33">
              <a:extLst>
                <a:ext uri="{FF2B5EF4-FFF2-40B4-BE49-F238E27FC236}">
                  <a16:creationId xmlns:a16="http://schemas.microsoft.com/office/drawing/2014/main" id="{8EF152D4-616F-B3D9-D5C2-E6110C751D2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0247" name="Group 34">
            <a:extLst>
              <a:ext uri="{FF2B5EF4-FFF2-40B4-BE49-F238E27FC236}">
                <a16:creationId xmlns:a16="http://schemas.microsoft.com/office/drawing/2014/main" id="{DF1132D7-84D4-F550-4AE5-8BC182A3E73F}"/>
              </a:ext>
            </a:extLst>
          </p:cNvPr>
          <p:cNvGrpSpPr>
            <a:grpSpLocks/>
          </p:cNvGrpSpPr>
          <p:nvPr/>
        </p:nvGrpSpPr>
        <p:grpSpPr bwMode="auto">
          <a:xfrm>
            <a:off x="977900" y="5318125"/>
            <a:ext cx="508000" cy="544513"/>
            <a:chOff x="0" y="0"/>
            <a:chExt cx="508157" cy="543804"/>
          </a:xfrm>
        </p:grpSpPr>
        <p:sp>
          <p:nvSpPr>
            <p:cNvPr id="10260" name="Freeform 35">
              <a:extLst>
                <a:ext uri="{FF2B5EF4-FFF2-40B4-BE49-F238E27FC236}">
                  <a16:creationId xmlns:a16="http://schemas.microsoft.com/office/drawing/2014/main" id="{CAFD718A-A567-ADE1-E984-780D6051B08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1" name="TextBox 36">
              <a:extLst>
                <a:ext uri="{FF2B5EF4-FFF2-40B4-BE49-F238E27FC236}">
                  <a16:creationId xmlns:a16="http://schemas.microsoft.com/office/drawing/2014/main" id="{BE2EEB6F-C563-6FE8-0086-C8411E62EDC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0248" name="Group 37">
            <a:extLst>
              <a:ext uri="{FF2B5EF4-FFF2-40B4-BE49-F238E27FC236}">
                <a16:creationId xmlns:a16="http://schemas.microsoft.com/office/drawing/2014/main" id="{4048A5AD-5063-480E-C8A8-9CC9638849E0}"/>
              </a:ext>
            </a:extLst>
          </p:cNvPr>
          <p:cNvGrpSpPr>
            <a:grpSpLocks/>
          </p:cNvGrpSpPr>
          <p:nvPr/>
        </p:nvGrpSpPr>
        <p:grpSpPr bwMode="auto">
          <a:xfrm>
            <a:off x="977900" y="4651375"/>
            <a:ext cx="508000" cy="542925"/>
            <a:chOff x="0" y="0"/>
            <a:chExt cx="508157" cy="543804"/>
          </a:xfrm>
        </p:grpSpPr>
        <p:sp>
          <p:nvSpPr>
            <p:cNvPr id="10258" name="Freeform 38">
              <a:extLst>
                <a:ext uri="{FF2B5EF4-FFF2-40B4-BE49-F238E27FC236}">
                  <a16:creationId xmlns:a16="http://schemas.microsoft.com/office/drawing/2014/main" id="{66BCEBC0-6191-DCBB-3FE9-A31C552A864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9" name="TextBox 39">
              <a:extLst>
                <a:ext uri="{FF2B5EF4-FFF2-40B4-BE49-F238E27FC236}">
                  <a16:creationId xmlns:a16="http://schemas.microsoft.com/office/drawing/2014/main" id="{46885172-8CA5-3A3F-3B0F-7A1BE977B68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0249" name="Group 40">
            <a:extLst>
              <a:ext uri="{FF2B5EF4-FFF2-40B4-BE49-F238E27FC236}">
                <a16:creationId xmlns:a16="http://schemas.microsoft.com/office/drawing/2014/main" id="{645DBD77-AF13-AB89-8A42-B023F047FDA2}"/>
              </a:ext>
            </a:extLst>
          </p:cNvPr>
          <p:cNvGrpSpPr>
            <a:grpSpLocks/>
          </p:cNvGrpSpPr>
          <p:nvPr/>
        </p:nvGrpSpPr>
        <p:grpSpPr bwMode="auto">
          <a:xfrm>
            <a:off x="977900" y="7092950"/>
            <a:ext cx="508000" cy="544513"/>
            <a:chOff x="0" y="0"/>
            <a:chExt cx="508157" cy="543804"/>
          </a:xfrm>
        </p:grpSpPr>
        <p:sp>
          <p:nvSpPr>
            <p:cNvPr id="10256" name="Freeform 41">
              <a:extLst>
                <a:ext uri="{FF2B5EF4-FFF2-40B4-BE49-F238E27FC236}">
                  <a16:creationId xmlns:a16="http://schemas.microsoft.com/office/drawing/2014/main" id="{72E8633B-C328-0AFC-A255-9886811EB98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7" name="TextBox 42">
              <a:extLst>
                <a:ext uri="{FF2B5EF4-FFF2-40B4-BE49-F238E27FC236}">
                  <a16:creationId xmlns:a16="http://schemas.microsoft.com/office/drawing/2014/main" id="{A9C3E093-F401-56B4-73DF-1857AB48DCA2}"/>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10250" name="Group 43">
            <a:extLst>
              <a:ext uri="{FF2B5EF4-FFF2-40B4-BE49-F238E27FC236}">
                <a16:creationId xmlns:a16="http://schemas.microsoft.com/office/drawing/2014/main" id="{CB79A2BA-25D2-77C9-4B89-BED9077CEA73}"/>
              </a:ext>
            </a:extLst>
          </p:cNvPr>
          <p:cNvGrpSpPr>
            <a:grpSpLocks/>
          </p:cNvGrpSpPr>
          <p:nvPr/>
        </p:nvGrpSpPr>
        <p:grpSpPr bwMode="auto">
          <a:xfrm>
            <a:off x="977900" y="7761288"/>
            <a:ext cx="508000" cy="542925"/>
            <a:chOff x="0" y="0"/>
            <a:chExt cx="508157" cy="543804"/>
          </a:xfrm>
        </p:grpSpPr>
        <p:sp>
          <p:nvSpPr>
            <p:cNvPr id="10254" name="Freeform 44">
              <a:extLst>
                <a:ext uri="{FF2B5EF4-FFF2-40B4-BE49-F238E27FC236}">
                  <a16:creationId xmlns:a16="http://schemas.microsoft.com/office/drawing/2014/main" id="{5476AD09-FB02-010A-8717-1B732C5E6AC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5" name="TextBox 45">
              <a:extLst>
                <a:ext uri="{FF2B5EF4-FFF2-40B4-BE49-F238E27FC236}">
                  <a16:creationId xmlns:a16="http://schemas.microsoft.com/office/drawing/2014/main" id="{BEBC288C-7A68-9F3D-A2F0-F85C747BC27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0251" name="Freeform 10">
            <a:extLst>
              <a:ext uri="{FF2B5EF4-FFF2-40B4-BE49-F238E27FC236}">
                <a16:creationId xmlns:a16="http://schemas.microsoft.com/office/drawing/2014/main" id="{7371BEE6-719E-8A80-3B0C-F8C3D427BC12}"/>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2" name="TextBox 46">
            <a:extLst>
              <a:ext uri="{FF2B5EF4-FFF2-40B4-BE49-F238E27FC236}">
                <a16:creationId xmlns:a16="http://schemas.microsoft.com/office/drawing/2014/main" id="{067CC891-BC22-54E2-BF85-C567A42EE36E}"/>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TECHNOLOGIES USED</a:t>
            </a:r>
          </a:p>
        </p:txBody>
      </p:sp>
      <p:sp>
        <p:nvSpPr>
          <p:cNvPr id="10253" name="TextBox 47">
            <a:extLst>
              <a:ext uri="{FF2B5EF4-FFF2-40B4-BE49-F238E27FC236}">
                <a16:creationId xmlns:a16="http://schemas.microsoft.com/office/drawing/2014/main" id="{0F90F6D3-62E4-4AC3-1D50-AF876A143754}"/>
              </a:ext>
            </a:extLst>
          </p:cNvPr>
          <p:cNvSpPr txBox="1">
            <a:spLocks noChangeArrowheads="1"/>
          </p:cNvSpPr>
          <p:nvPr/>
        </p:nvSpPr>
        <p:spPr bwMode="auto">
          <a:xfrm>
            <a:off x="2255838" y="1638300"/>
            <a:ext cx="14990762" cy="704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ID" altLang="en-US" sz="3200" b="1">
                <a:latin typeface="Times New Roman" panose="02020603050405020304" pitchFamily="18" charset="0"/>
                <a:cs typeface="Times New Roman" panose="02020603050405020304" pitchFamily="18" charset="0"/>
              </a:rPr>
              <a:t>Technologies Used</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Frontend:</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React JS (Functional Components, JSX)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Programming Language:</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JavaScript (ES6)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State Management:</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React Hooks (useState)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Styling:</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CSS / Basic UI Design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Development Tools:</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Visual Studio Code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Browser:</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Google Chrome / Any Modern Web Browser</a:t>
            </a:r>
          </a:p>
          <a:p>
            <a:pPr eaLnBrk="1">
              <a:lnSpc>
                <a:spcPct val="122000"/>
              </a:lnSpc>
            </a:pPr>
            <a:endParaRPr lang="en-US" altLang="en-US" sz="3200" b="1">
              <a:latin typeface="Times New Roman" panose="02020603050405020304" pitchFamily="18" charset="0"/>
              <a:cs typeface="Times New Roman" panose="02020603050405020304" pitchFamily="18" charset="0"/>
              <a:sym typeface="Helvetica" panose="020B0604020202020204" pitchFamily="34" charset="0"/>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1266" name="Group 7">
            <a:extLst>
              <a:ext uri="{FF2B5EF4-FFF2-40B4-BE49-F238E27FC236}">
                <a16:creationId xmlns:a16="http://schemas.microsoft.com/office/drawing/2014/main" id="{71171BDE-83DF-4BB9-2D7E-FDCE593337D1}"/>
              </a:ext>
            </a:extLst>
          </p:cNvPr>
          <p:cNvGrpSpPr>
            <a:grpSpLocks/>
          </p:cNvGrpSpPr>
          <p:nvPr/>
        </p:nvGrpSpPr>
        <p:grpSpPr bwMode="auto">
          <a:xfrm>
            <a:off x="735013" y="6653213"/>
            <a:ext cx="993775" cy="993775"/>
            <a:chOff x="0" y="0"/>
            <a:chExt cx="992462" cy="992462"/>
          </a:xfrm>
        </p:grpSpPr>
        <p:sp>
          <p:nvSpPr>
            <p:cNvPr id="11295" name="Freeform 8">
              <a:extLst>
                <a:ext uri="{FF2B5EF4-FFF2-40B4-BE49-F238E27FC236}">
                  <a16:creationId xmlns:a16="http://schemas.microsoft.com/office/drawing/2014/main" id="{1423B5F4-268D-52A0-8A0C-AF4118E70B42}"/>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6" name="TextBox 9">
              <a:extLst>
                <a:ext uri="{FF2B5EF4-FFF2-40B4-BE49-F238E27FC236}">
                  <a16:creationId xmlns:a16="http://schemas.microsoft.com/office/drawing/2014/main" id="{1AE35308-3D97-043B-DC8F-94ACBAE4D699}"/>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8</a:t>
              </a:r>
            </a:p>
          </p:txBody>
        </p:sp>
      </p:grpSp>
      <p:grpSp>
        <p:nvGrpSpPr>
          <p:cNvPr id="11267" name="Group 10">
            <a:extLst>
              <a:ext uri="{FF2B5EF4-FFF2-40B4-BE49-F238E27FC236}">
                <a16:creationId xmlns:a16="http://schemas.microsoft.com/office/drawing/2014/main" id="{8D635AD2-19E8-0A3E-1FDD-CBBB1A0A044E}"/>
              </a:ext>
            </a:extLst>
          </p:cNvPr>
          <p:cNvGrpSpPr>
            <a:grpSpLocks/>
          </p:cNvGrpSpPr>
          <p:nvPr/>
        </p:nvGrpSpPr>
        <p:grpSpPr bwMode="auto">
          <a:xfrm>
            <a:off x="977900" y="3316288"/>
            <a:ext cx="508000" cy="542925"/>
            <a:chOff x="0" y="0"/>
            <a:chExt cx="508157" cy="543804"/>
          </a:xfrm>
        </p:grpSpPr>
        <p:sp>
          <p:nvSpPr>
            <p:cNvPr id="11293" name="Freeform 11">
              <a:extLst>
                <a:ext uri="{FF2B5EF4-FFF2-40B4-BE49-F238E27FC236}">
                  <a16:creationId xmlns:a16="http://schemas.microsoft.com/office/drawing/2014/main" id="{DFDF9CA3-E103-98BC-E3F3-C92A502EBC7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4" name="TextBox 12">
              <a:extLst>
                <a:ext uri="{FF2B5EF4-FFF2-40B4-BE49-F238E27FC236}">
                  <a16:creationId xmlns:a16="http://schemas.microsoft.com/office/drawing/2014/main" id="{8E10E64B-C6BF-8ED3-9D1D-AB7F37ED694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1268" name="Group 13">
            <a:extLst>
              <a:ext uri="{FF2B5EF4-FFF2-40B4-BE49-F238E27FC236}">
                <a16:creationId xmlns:a16="http://schemas.microsoft.com/office/drawing/2014/main" id="{A746EE65-6EE0-7055-E509-1B69ADCF199A}"/>
              </a:ext>
            </a:extLst>
          </p:cNvPr>
          <p:cNvGrpSpPr>
            <a:grpSpLocks/>
          </p:cNvGrpSpPr>
          <p:nvPr/>
        </p:nvGrpSpPr>
        <p:grpSpPr bwMode="auto">
          <a:xfrm>
            <a:off x="977900" y="1982788"/>
            <a:ext cx="508000" cy="542925"/>
            <a:chOff x="0" y="0"/>
            <a:chExt cx="508157" cy="543804"/>
          </a:xfrm>
        </p:grpSpPr>
        <p:sp>
          <p:nvSpPr>
            <p:cNvPr id="11291" name="Freeform 14">
              <a:extLst>
                <a:ext uri="{FF2B5EF4-FFF2-40B4-BE49-F238E27FC236}">
                  <a16:creationId xmlns:a16="http://schemas.microsoft.com/office/drawing/2014/main" id="{71A31FA1-3E75-1FAC-7D96-62C772711A4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2" name="TextBox 15">
              <a:extLst>
                <a:ext uri="{FF2B5EF4-FFF2-40B4-BE49-F238E27FC236}">
                  <a16:creationId xmlns:a16="http://schemas.microsoft.com/office/drawing/2014/main" id="{BF487468-81F6-3D4D-6946-CBC93726549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1269" name="Group 16">
            <a:extLst>
              <a:ext uri="{FF2B5EF4-FFF2-40B4-BE49-F238E27FC236}">
                <a16:creationId xmlns:a16="http://schemas.microsoft.com/office/drawing/2014/main" id="{87FB3A33-C56B-88E1-A74F-F7CBB9919E3A}"/>
              </a:ext>
            </a:extLst>
          </p:cNvPr>
          <p:cNvGrpSpPr>
            <a:grpSpLocks/>
          </p:cNvGrpSpPr>
          <p:nvPr/>
        </p:nvGrpSpPr>
        <p:grpSpPr bwMode="auto">
          <a:xfrm>
            <a:off x="977900" y="3983038"/>
            <a:ext cx="508000" cy="544512"/>
            <a:chOff x="0" y="0"/>
            <a:chExt cx="508157" cy="543804"/>
          </a:xfrm>
        </p:grpSpPr>
        <p:sp>
          <p:nvSpPr>
            <p:cNvPr id="11289" name="Freeform 17">
              <a:extLst>
                <a:ext uri="{FF2B5EF4-FFF2-40B4-BE49-F238E27FC236}">
                  <a16:creationId xmlns:a16="http://schemas.microsoft.com/office/drawing/2014/main" id="{67C8C116-E694-D0E2-9D04-4B292A716D3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0" name="TextBox 18">
              <a:extLst>
                <a:ext uri="{FF2B5EF4-FFF2-40B4-BE49-F238E27FC236}">
                  <a16:creationId xmlns:a16="http://schemas.microsoft.com/office/drawing/2014/main" id="{EB1FDDCF-C1C7-FCC5-544F-FF706310DD6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1270" name="Group 19">
            <a:extLst>
              <a:ext uri="{FF2B5EF4-FFF2-40B4-BE49-F238E27FC236}">
                <a16:creationId xmlns:a16="http://schemas.microsoft.com/office/drawing/2014/main" id="{D1EBEA39-6BCC-F73C-1B11-91CBA4B41FE0}"/>
              </a:ext>
            </a:extLst>
          </p:cNvPr>
          <p:cNvGrpSpPr>
            <a:grpSpLocks/>
          </p:cNvGrpSpPr>
          <p:nvPr/>
        </p:nvGrpSpPr>
        <p:grpSpPr bwMode="auto">
          <a:xfrm>
            <a:off x="977900" y="2647950"/>
            <a:ext cx="508000" cy="544513"/>
            <a:chOff x="0" y="0"/>
            <a:chExt cx="508157" cy="543804"/>
          </a:xfrm>
        </p:grpSpPr>
        <p:sp>
          <p:nvSpPr>
            <p:cNvPr id="11287" name="Freeform 20">
              <a:extLst>
                <a:ext uri="{FF2B5EF4-FFF2-40B4-BE49-F238E27FC236}">
                  <a16:creationId xmlns:a16="http://schemas.microsoft.com/office/drawing/2014/main" id="{5F644E84-2266-A796-BB56-7EC2996EFF3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8" name="TextBox 21">
              <a:extLst>
                <a:ext uri="{FF2B5EF4-FFF2-40B4-BE49-F238E27FC236}">
                  <a16:creationId xmlns:a16="http://schemas.microsoft.com/office/drawing/2014/main" id="{266BD4AF-86F9-4751-DAD3-4BCF9916482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1271" name="Group 22">
            <a:extLst>
              <a:ext uri="{FF2B5EF4-FFF2-40B4-BE49-F238E27FC236}">
                <a16:creationId xmlns:a16="http://schemas.microsoft.com/office/drawing/2014/main" id="{515F3E02-F165-3665-1804-3C21B7F93BDA}"/>
              </a:ext>
            </a:extLst>
          </p:cNvPr>
          <p:cNvGrpSpPr>
            <a:grpSpLocks/>
          </p:cNvGrpSpPr>
          <p:nvPr/>
        </p:nvGrpSpPr>
        <p:grpSpPr bwMode="auto">
          <a:xfrm>
            <a:off x="977900" y="5318125"/>
            <a:ext cx="508000" cy="544513"/>
            <a:chOff x="0" y="0"/>
            <a:chExt cx="508157" cy="543804"/>
          </a:xfrm>
        </p:grpSpPr>
        <p:sp>
          <p:nvSpPr>
            <p:cNvPr id="11285" name="Freeform 23">
              <a:extLst>
                <a:ext uri="{FF2B5EF4-FFF2-40B4-BE49-F238E27FC236}">
                  <a16:creationId xmlns:a16="http://schemas.microsoft.com/office/drawing/2014/main" id="{A1279D11-5D0A-AC8E-6F71-84B0844520E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6" name="TextBox 24">
              <a:extLst>
                <a:ext uri="{FF2B5EF4-FFF2-40B4-BE49-F238E27FC236}">
                  <a16:creationId xmlns:a16="http://schemas.microsoft.com/office/drawing/2014/main" id="{0250D5C0-F280-21F1-5641-39A0E14D161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1272" name="Group 25">
            <a:extLst>
              <a:ext uri="{FF2B5EF4-FFF2-40B4-BE49-F238E27FC236}">
                <a16:creationId xmlns:a16="http://schemas.microsoft.com/office/drawing/2014/main" id="{F8CB3FE5-A586-77E1-0595-142044C2F782}"/>
              </a:ext>
            </a:extLst>
          </p:cNvPr>
          <p:cNvGrpSpPr>
            <a:grpSpLocks/>
          </p:cNvGrpSpPr>
          <p:nvPr/>
        </p:nvGrpSpPr>
        <p:grpSpPr bwMode="auto">
          <a:xfrm>
            <a:off x="977900" y="4651375"/>
            <a:ext cx="508000" cy="542925"/>
            <a:chOff x="0" y="0"/>
            <a:chExt cx="508157" cy="543804"/>
          </a:xfrm>
        </p:grpSpPr>
        <p:sp>
          <p:nvSpPr>
            <p:cNvPr id="11283" name="Freeform 26">
              <a:extLst>
                <a:ext uri="{FF2B5EF4-FFF2-40B4-BE49-F238E27FC236}">
                  <a16:creationId xmlns:a16="http://schemas.microsoft.com/office/drawing/2014/main" id="{EF3CBAF3-B137-6D0D-4BEB-A612D1A5FF2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4" name="TextBox 27">
              <a:extLst>
                <a:ext uri="{FF2B5EF4-FFF2-40B4-BE49-F238E27FC236}">
                  <a16:creationId xmlns:a16="http://schemas.microsoft.com/office/drawing/2014/main" id="{B7424822-C1AF-3E40-442E-51362F7B041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1273" name="Group 28">
            <a:extLst>
              <a:ext uri="{FF2B5EF4-FFF2-40B4-BE49-F238E27FC236}">
                <a16:creationId xmlns:a16="http://schemas.microsoft.com/office/drawing/2014/main" id="{0B377963-5D06-0BE7-7F25-D0ABA4287CC7}"/>
              </a:ext>
            </a:extLst>
          </p:cNvPr>
          <p:cNvGrpSpPr>
            <a:grpSpLocks/>
          </p:cNvGrpSpPr>
          <p:nvPr/>
        </p:nvGrpSpPr>
        <p:grpSpPr bwMode="auto">
          <a:xfrm>
            <a:off x="977900" y="5986463"/>
            <a:ext cx="508000" cy="542925"/>
            <a:chOff x="0" y="0"/>
            <a:chExt cx="508157" cy="543804"/>
          </a:xfrm>
        </p:grpSpPr>
        <p:sp>
          <p:nvSpPr>
            <p:cNvPr id="11281" name="Freeform 29">
              <a:extLst>
                <a:ext uri="{FF2B5EF4-FFF2-40B4-BE49-F238E27FC236}">
                  <a16:creationId xmlns:a16="http://schemas.microsoft.com/office/drawing/2014/main" id="{292E9533-3FF6-59DD-6312-09A31A1DFEF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2" name="TextBox 30">
              <a:extLst>
                <a:ext uri="{FF2B5EF4-FFF2-40B4-BE49-F238E27FC236}">
                  <a16:creationId xmlns:a16="http://schemas.microsoft.com/office/drawing/2014/main" id="{8E850BC1-908C-E429-9570-C0274234FD3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1274" name="Group 31">
            <a:extLst>
              <a:ext uri="{FF2B5EF4-FFF2-40B4-BE49-F238E27FC236}">
                <a16:creationId xmlns:a16="http://schemas.microsoft.com/office/drawing/2014/main" id="{F29837AE-981E-F064-4956-70F4321DA2F4}"/>
              </a:ext>
            </a:extLst>
          </p:cNvPr>
          <p:cNvGrpSpPr>
            <a:grpSpLocks/>
          </p:cNvGrpSpPr>
          <p:nvPr/>
        </p:nvGrpSpPr>
        <p:grpSpPr bwMode="auto">
          <a:xfrm>
            <a:off x="977900" y="7761288"/>
            <a:ext cx="508000" cy="542925"/>
            <a:chOff x="0" y="0"/>
            <a:chExt cx="508157" cy="543804"/>
          </a:xfrm>
        </p:grpSpPr>
        <p:sp>
          <p:nvSpPr>
            <p:cNvPr id="11279" name="Freeform 32">
              <a:extLst>
                <a:ext uri="{FF2B5EF4-FFF2-40B4-BE49-F238E27FC236}">
                  <a16:creationId xmlns:a16="http://schemas.microsoft.com/office/drawing/2014/main" id="{B0761543-E923-E338-7F83-D2629E8EF26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0" name="TextBox 33">
              <a:extLst>
                <a:ext uri="{FF2B5EF4-FFF2-40B4-BE49-F238E27FC236}">
                  <a16:creationId xmlns:a16="http://schemas.microsoft.com/office/drawing/2014/main" id="{766459CB-C243-3E2A-6B78-F845745AAA4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1275" name="Freeform 34">
            <a:extLst>
              <a:ext uri="{FF2B5EF4-FFF2-40B4-BE49-F238E27FC236}">
                <a16:creationId xmlns:a16="http://schemas.microsoft.com/office/drawing/2014/main" id="{A86D05D5-CD48-2998-5EB0-7E75C5194859}"/>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76" name="Freeform 36">
            <a:extLst>
              <a:ext uri="{FF2B5EF4-FFF2-40B4-BE49-F238E27FC236}">
                <a16:creationId xmlns:a16="http://schemas.microsoft.com/office/drawing/2014/main" id="{3BF2A09F-E9B1-0BB6-6F9D-799B3BE1E5F6}"/>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77" name="TextBox 42">
            <a:extLst>
              <a:ext uri="{FF2B5EF4-FFF2-40B4-BE49-F238E27FC236}">
                <a16:creationId xmlns:a16="http://schemas.microsoft.com/office/drawing/2014/main" id="{51DE3EA0-1CC1-17D4-C2FE-CCD147979892}"/>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MODULE DESCRIPTION</a:t>
            </a:r>
          </a:p>
        </p:txBody>
      </p:sp>
      <p:sp>
        <p:nvSpPr>
          <p:cNvPr id="11278" name="TextBox 43">
            <a:extLst>
              <a:ext uri="{FF2B5EF4-FFF2-40B4-BE49-F238E27FC236}">
                <a16:creationId xmlns:a16="http://schemas.microsoft.com/office/drawing/2014/main" id="{0C086DD1-5407-05D4-CF92-0CF9BA950A9A}"/>
              </a:ext>
            </a:extLst>
          </p:cNvPr>
          <p:cNvSpPr txBox="1">
            <a:spLocks noChangeArrowheads="1"/>
          </p:cNvSpPr>
          <p:nvPr/>
        </p:nvSpPr>
        <p:spPr bwMode="auto">
          <a:xfrm>
            <a:off x="2255838" y="1638300"/>
            <a:ext cx="14990762" cy="950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US" altLang="en-US" sz="3200" b="1">
                <a:latin typeface="Times New Roman" panose="02020603050405020304" pitchFamily="18" charset="0"/>
                <a:cs typeface="Times New Roman" panose="02020603050405020304" pitchFamily="18" charset="0"/>
              </a:rPr>
              <a:t>1. Event Details Module</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complete information about the event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Includes: Event name, department, date, time, venue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Shows ticket price and available ticket count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Helps users understand event details before booking</a:t>
            </a:r>
          </a:p>
          <a:p>
            <a:r>
              <a:rPr lang="en-ID" altLang="en-US" sz="3200" b="1">
                <a:latin typeface="Times New Roman" panose="02020603050405020304" pitchFamily="18" charset="0"/>
                <a:cs typeface="Times New Roman" panose="02020603050405020304" pitchFamily="18" charset="0"/>
              </a:rPr>
              <a:t>2. Ticket Booking Module</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Allows users to book tickets </a:t>
            </a:r>
            <a:r>
              <a:rPr lang="ar-AE" altLang="en-US" sz="3200">
                <a:latin typeface="Times New Roman" panose="02020603050405020304" pitchFamily="18" charset="0"/>
                <a:cs typeface="Times New Roman" panose="02020603050405020304" pitchFamily="18" charset="0"/>
              </a:rPr>
              <a:t>بسهولة </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Accepts user inputs: Name, Email, Department, Number of tickets </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Calculates total ticket amount automatically </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Processes booking request</a:t>
            </a:r>
          </a:p>
          <a:p>
            <a:r>
              <a:rPr lang="en-US" altLang="en-US" sz="3200" b="1">
                <a:latin typeface="Times New Roman" panose="02020603050405020304" pitchFamily="18" charset="0"/>
                <a:cs typeface="Times New Roman" panose="02020603050405020304" pitchFamily="18" charset="0"/>
              </a:rPr>
              <a:t>3. Validation Module</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Ensures all fields are </a:t>
            </a:r>
            <a:r>
              <a:rPr lang="en-US" altLang="en-US" sz="3200" b="1">
                <a:latin typeface="Times New Roman" panose="02020603050405020304" pitchFamily="18" charset="0"/>
                <a:cs typeface="Times New Roman" panose="02020603050405020304" pitchFamily="18" charset="0"/>
              </a:rPr>
              <a:t>mandatory</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Validates correct </a:t>
            </a:r>
            <a:r>
              <a:rPr lang="en-US" altLang="en-US" sz="3200" b="1">
                <a:latin typeface="Times New Roman" panose="02020603050405020304" pitchFamily="18" charset="0"/>
                <a:cs typeface="Times New Roman" panose="02020603050405020304" pitchFamily="18" charset="0"/>
              </a:rPr>
              <a:t>email format</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error messages for invalid inputs </a:t>
            </a:r>
          </a:p>
          <a:p>
            <a:r>
              <a:rPr lang="en-US" altLang="en-US" sz="3200" b="1">
                <a:latin typeface="Times New Roman" panose="02020603050405020304" pitchFamily="18" charset="0"/>
                <a:cs typeface="Times New Roman" panose="02020603050405020304" pitchFamily="18" charset="0"/>
              </a:rPr>
              <a:t>4. Availability Management Module</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Tracks </a:t>
            </a:r>
            <a:r>
              <a:rPr lang="en-US" altLang="en-US" sz="3200" b="1">
                <a:latin typeface="Times New Roman" panose="02020603050405020304" pitchFamily="18" charset="0"/>
                <a:cs typeface="Times New Roman" panose="02020603050405020304" pitchFamily="18" charset="0"/>
              </a:rPr>
              <a:t>available tickets in real-time</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Prevents booking more tickets than available </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eaLnBrk="1">
              <a:lnSpc>
                <a:spcPct val="122000"/>
              </a:lnSpc>
            </a:pPr>
            <a:endParaRPr lang="en-US" altLang="en-US" sz="3200" b="1">
              <a:latin typeface="Times New Roman" panose="02020603050405020304" pitchFamily="18" charset="0"/>
              <a:cs typeface="Times New Roman" panose="02020603050405020304" pitchFamily="18" charset="0"/>
              <a:sym typeface="Helvetica" panose="020B0604020202020204" pitchFamily="34" charset="0"/>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2290" name="Group 7">
            <a:extLst>
              <a:ext uri="{FF2B5EF4-FFF2-40B4-BE49-F238E27FC236}">
                <a16:creationId xmlns:a16="http://schemas.microsoft.com/office/drawing/2014/main" id="{AD3699E7-D3D6-3DCD-98F0-3B7C70EB39FC}"/>
              </a:ext>
            </a:extLst>
          </p:cNvPr>
          <p:cNvGrpSpPr>
            <a:grpSpLocks/>
          </p:cNvGrpSpPr>
          <p:nvPr/>
        </p:nvGrpSpPr>
        <p:grpSpPr bwMode="auto">
          <a:xfrm>
            <a:off x="735013" y="6653213"/>
            <a:ext cx="993775" cy="993775"/>
            <a:chOff x="0" y="0"/>
            <a:chExt cx="992462" cy="992462"/>
          </a:xfrm>
        </p:grpSpPr>
        <p:sp>
          <p:nvSpPr>
            <p:cNvPr id="12320" name="Freeform 8">
              <a:extLst>
                <a:ext uri="{FF2B5EF4-FFF2-40B4-BE49-F238E27FC236}">
                  <a16:creationId xmlns:a16="http://schemas.microsoft.com/office/drawing/2014/main" id="{B2C87CD6-8DEC-3AB9-2F83-23BEA5F0A76A}"/>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21" name="TextBox 9">
              <a:extLst>
                <a:ext uri="{FF2B5EF4-FFF2-40B4-BE49-F238E27FC236}">
                  <a16:creationId xmlns:a16="http://schemas.microsoft.com/office/drawing/2014/main" id="{B7979376-8E9B-7CD4-63B4-5FE40C4357F6}"/>
                </a:ext>
              </a:extLst>
            </p:cNvPr>
            <p:cNvSpPr txBox="1">
              <a:spLocks noChangeArrowheads="1"/>
            </p:cNvSpPr>
            <p:nvPr/>
          </p:nvSpPr>
          <p:spPr bwMode="auto">
            <a:xfrm>
              <a:off x="93043" y="187530"/>
              <a:ext cx="806377" cy="54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400" b="1">
                  <a:solidFill>
                    <a:srgbClr val="002060"/>
                  </a:solidFill>
                  <a:latin typeface="Gotham"/>
                  <a:ea typeface="Gotham"/>
                  <a:cs typeface="Gotham"/>
                  <a:sym typeface="Gotham"/>
                </a:rPr>
                <a:t>8</a:t>
              </a:r>
            </a:p>
          </p:txBody>
        </p:sp>
      </p:grpSp>
      <p:grpSp>
        <p:nvGrpSpPr>
          <p:cNvPr id="12291" name="Group 10">
            <a:extLst>
              <a:ext uri="{FF2B5EF4-FFF2-40B4-BE49-F238E27FC236}">
                <a16:creationId xmlns:a16="http://schemas.microsoft.com/office/drawing/2014/main" id="{855508FA-73B9-96EF-67C2-1C43A80BA38C}"/>
              </a:ext>
            </a:extLst>
          </p:cNvPr>
          <p:cNvGrpSpPr>
            <a:grpSpLocks/>
          </p:cNvGrpSpPr>
          <p:nvPr/>
        </p:nvGrpSpPr>
        <p:grpSpPr bwMode="auto">
          <a:xfrm>
            <a:off x="977900" y="3316288"/>
            <a:ext cx="508000" cy="542925"/>
            <a:chOff x="0" y="0"/>
            <a:chExt cx="508157" cy="543804"/>
          </a:xfrm>
        </p:grpSpPr>
        <p:sp>
          <p:nvSpPr>
            <p:cNvPr id="12318" name="Freeform 11">
              <a:extLst>
                <a:ext uri="{FF2B5EF4-FFF2-40B4-BE49-F238E27FC236}">
                  <a16:creationId xmlns:a16="http://schemas.microsoft.com/office/drawing/2014/main" id="{54BDD8D0-3781-3F07-8EB6-3178447977F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9" name="TextBox 12">
              <a:extLst>
                <a:ext uri="{FF2B5EF4-FFF2-40B4-BE49-F238E27FC236}">
                  <a16:creationId xmlns:a16="http://schemas.microsoft.com/office/drawing/2014/main" id="{76876A03-EE47-9740-EFA3-8B7175B2BC8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2292" name="Group 13">
            <a:extLst>
              <a:ext uri="{FF2B5EF4-FFF2-40B4-BE49-F238E27FC236}">
                <a16:creationId xmlns:a16="http://schemas.microsoft.com/office/drawing/2014/main" id="{801C52C5-FCCF-D4C4-0E1A-C831EC4E307D}"/>
              </a:ext>
            </a:extLst>
          </p:cNvPr>
          <p:cNvGrpSpPr>
            <a:grpSpLocks/>
          </p:cNvGrpSpPr>
          <p:nvPr/>
        </p:nvGrpSpPr>
        <p:grpSpPr bwMode="auto">
          <a:xfrm>
            <a:off x="977900" y="1982788"/>
            <a:ext cx="508000" cy="542925"/>
            <a:chOff x="0" y="0"/>
            <a:chExt cx="508157" cy="543804"/>
          </a:xfrm>
        </p:grpSpPr>
        <p:sp>
          <p:nvSpPr>
            <p:cNvPr id="12316" name="Freeform 14">
              <a:extLst>
                <a:ext uri="{FF2B5EF4-FFF2-40B4-BE49-F238E27FC236}">
                  <a16:creationId xmlns:a16="http://schemas.microsoft.com/office/drawing/2014/main" id="{F51637D3-306F-367C-2FDF-8A436221571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7" name="TextBox 15">
              <a:extLst>
                <a:ext uri="{FF2B5EF4-FFF2-40B4-BE49-F238E27FC236}">
                  <a16:creationId xmlns:a16="http://schemas.microsoft.com/office/drawing/2014/main" id="{FBB08137-7C0A-4EB9-0B48-183376353FC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2293" name="Group 16">
            <a:extLst>
              <a:ext uri="{FF2B5EF4-FFF2-40B4-BE49-F238E27FC236}">
                <a16:creationId xmlns:a16="http://schemas.microsoft.com/office/drawing/2014/main" id="{EBE13DB4-1C2D-85CA-6E10-3D7B62C8F576}"/>
              </a:ext>
            </a:extLst>
          </p:cNvPr>
          <p:cNvGrpSpPr>
            <a:grpSpLocks/>
          </p:cNvGrpSpPr>
          <p:nvPr/>
        </p:nvGrpSpPr>
        <p:grpSpPr bwMode="auto">
          <a:xfrm>
            <a:off x="977900" y="3983038"/>
            <a:ext cx="508000" cy="544512"/>
            <a:chOff x="0" y="0"/>
            <a:chExt cx="508157" cy="543804"/>
          </a:xfrm>
        </p:grpSpPr>
        <p:sp>
          <p:nvSpPr>
            <p:cNvPr id="12314" name="Freeform 17">
              <a:extLst>
                <a:ext uri="{FF2B5EF4-FFF2-40B4-BE49-F238E27FC236}">
                  <a16:creationId xmlns:a16="http://schemas.microsoft.com/office/drawing/2014/main" id="{B60B7612-48F7-6081-1A07-A16826A5B93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5" name="TextBox 18">
              <a:extLst>
                <a:ext uri="{FF2B5EF4-FFF2-40B4-BE49-F238E27FC236}">
                  <a16:creationId xmlns:a16="http://schemas.microsoft.com/office/drawing/2014/main" id="{517DF6E4-BD9F-C510-A891-BB5356E04F4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2294" name="Group 19">
            <a:extLst>
              <a:ext uri="{FF2B5EF4-FFF2-40B4-BE49-F238E27FC236}">
                <a16:creationId xmlns:a16="http://schemas.microsoft.com/office/drawing/2014/main" id="{B1E96D69-FDAB-8922-17AA-820C8F5F2CD3}"/>
              </a:ext>
            </a:extLst>
          </p:cNvPr>
          <p:cNvGrpSpPr>
            <a:grpSpLocks/>
          </p:cNvGrpSpPr>
          <p:nvPr/>
        </p:nvGrpSpPr>
        <p:grpSpPr bwMode="auto">
          <a:xfrm>
            <a:off x="977900" y="2647950"/>
            <a:ext cx="508000" cy="544513"/>
            <a:chOff x="0" y="0"/>
            <a:chExt cx="508157" cy="543804"/>
          </a:xfrm>
        </p:grpSpPr>
        <p:sp>
          <p:nvSpPr>
            <p:cNvPr id="12312" name="Freeform 20">
              <a:extLst>
                <a:ext uri="{FF2B5EF4-FFF2-40B4-BE49-F238E27FC236}">
                  <a16:creationId xmlns:a16="http://schemas.microsoft.com/office/drawing/2014/main" id="{14E6764C-63BC-FC6F-7C41-32C59A9213C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3" name="TextBox 21">
              <a:extLst>
                <a:ext uri="{FF2B5EF4-FFF2-40B4-BE49-F238E27FC236}">
                  <a16:creationId xmlns:a16="http://schemas.microsoft.com/office/drawing/2014/main" id="{7B4D5BC0-4473-6B9F-7324-BFF6CA163FB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2295" name="Group 22">
            <a:extLst>
              <a:ext uri="{FF2B5EF4-FFF2-40B4-BE49-F238E27FC236}">
                <a16:creationId xmlns:a16="http://schemas.microsoft.com/office/drawing/2014/main" id="{502802D7-AF32-93E4-C659-013089A438B5}"/>
              </a:ext>
            </a:extLst>
          </p:cNvPr>
          <p:cNvGrpSpPr>
            <a:grpSpLocks/>
          </p:cNvGrpSpPr>
          <p:nvPr/>
        </p:nvGrpSpPr>
        <p:grpSpPr bwMode="auto">
          <a:xfrm>
            <a:off x="977900" y="5318125"/>
            <a:ext cx="508000" cy="544513"/>
            <a:chOff x="0" y="0"/>
            <a:chExt cx="508157" cy="543804"/>
          </a:xfrm>
        </p:grpSpPr>
        <p:sp>
          <p:nvSpPr>
            <p:cNvPr id="12310" name="Freeform 23">
              <a:extLst>
                <a:ext uri="{FF2B5EF4-FFF2-40B4-BE49-F238E27FC236}">
                  <a16:creationId xmlns:a16="http://schemas.microsoft.com/office/drawing/2014/main" id="{E2925E4D-E38D-6003-2CEC-B445EDB4CA2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1" name="TextBox 24">
              <a:extLst>
                <a:ext uri="{FF2B5EF4-FFF2-40B4-BE49-F238E27FC236}">
                  <a16:creationId xmlns:a16="http://schemas.microsoft.com/office/drawing/2014/main" id="{3C313F72-76A4-06AE-F840-90F8127CB70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2296" name="Group 25">
            <a:extLst>
              <a:ext uri="{FF2B5EF4-FFF2-40B4-BE49-F238E27FC236}">
                <a16:creationId xmlns:a16="http://schemas.microsoft.com/office/drawing/2014/main" id="{CF8DE5ED-C89C-1838-9DEE-EA1CF5F30315}"/>
              </a:ext>
            </a:extLst>
          </p:cNvPr>
          <p:cNvGrpSpPr>
            <a:grpSpLocks/>
          </p:cNvGrpSpPr>
          <p:nvPr/>
        </p:nvGrpSpPr>
        <p:grpSpPr bwMode="auto">
          <a:xfrm>
            <a:off x="977900" y="4651375"/>
            <a:ext cx="508000" cy="542925"/>
            <a:chOff x="0" y="0"/>
            <a:chExt cx="508157" cy="543804"/>
          </a:xfrm>
        </p:grpSpPr>
        <p:sp>
          <p:nvSpPr>
            <p:cNvPr id="12308" name="Freeform 26">
              <a:extLst>
                <a:ext uri="{FF2B5EF4-FFF2-40B4-BE49-F238E27FC236}">
                  <a16:creationId xmlns:a16="http://schemas.microsoft.com/office/drawing/2014/main" id="{5C166561-2462-E780-6B99-CE8DABF1877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9" name="TextBox 27">
              <a:extLst>
                <a:ext uri="{FF2B5EF4-FFF2-40B4-BE49-F238E27FC236}">
                  <a16:creationId xmlns:a16="http://schemas.microsoft.com/office/drawing/2014/main" id="{4D04D680-5B93-2C2F-7AC3-A5E1E5B38C5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2297" name="Group 28">
            <a:extLst>
              <a:ext uri="{FF2B5EF4-FFF2-40B4-BE49-F238E27FC236}">
                <a16:creationId xmlns:a16="http://schemas.microsoft.com/office/drawing/2014/main" id="{6F28EC9D-EEC0-E83C-18D8-CB53A03ACDCD}"/>
              </a:ext>
            </a:extLst>
          </p:cNvPr>
          <p:cNvGrpSpPr>
            <a:grpSpLocks/>
          </p:cNvGrpSpPr>
          <p:nvPr/>
        </p:nvGrpSpPr>
        <p:grpSpPr bwMode="auto">
          <a:xfrm>
            <a:off x="977900" y="5986463"/>
            <a:ext cx="508000" cy="542925"/>
            <a:chOff x="0" y="0"/>
            <a:chExt cx="508157" cy="543804"/>
          </a:xfrm>
        </p:grpSpPr>
        <p:sp>
          <p:nvSpPr>
            <p:cNvPr id="12306" name="Freeform 29">
              <a:extLst>
                <a:ext uri="{FF2B5EF4-FFF2-40B4-BE49-F238E27FC236}">
                  <a16:creationId xmlns:a16="http://schemas.microsoft.com/office/drawing/2014/main" id="{8BAB5F47-7BF5-060C-61D0-668CEFF0BD9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7" name="TextBox 30">
              <a:extLst>
                <a:ext uri="{FF2B5EF4-FFF2-40B4-BE49-F238E27FC236}">
                  <a16:creationId xmlns:a16="http://schemas.microsoft.com/office/drawing/2014/main" id="{BDF25882-653C-E829-EDF8-9241387D091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2298" name="Group 31">
            <a:extLst>
              <a:ext uri="{FF2B5EF4-FFF2-40B4-BE49-F238E27FC236}">
                <a16:creationId xmlns:a16="http://schemas.microsoft.com/office/drawing/2014/main" id="{3EE70EC6-B676-F640-FE71-9A071641142F}"/>
              </a:ext>
            </a:extLst>
          </p:cNvPr>
          <p:cNvGrpSpPr>
            <a:grpSpLocks/>
          </p:cNvGrpSpPr>
          <p:nvPr/>
        </p:nvGrpSpPr>
        <p:grpSpPr bwMode="auto">
          <a:xfrm>
            <a:off x="977900" y="7761288"/>
            <a:ext cx="508000" cy="542925"/>
            <a:chOff x="0" y="0"/>
            <a:chExt cx="508157" cy="543804"/>
          </a:xfrm>
        </p:grpSpPr>
        <p:sp>
          <p:nvSpPr>
            <p:cNvPr id="12304" name="Freeform 32">
              <a:extLst>
                <a:ext uri="{FF2B5EF4-FFF2-40B4-BE49-F238E27FC236}">
                  <a16:creationId xmlns:a16="http://schemas.microsoft.com/office/drawing/2014/main" id="{D1FCD171-5D2B-5092-128E-6AF88E768E3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5" name="TextBox 33">
              <a:extLst>
                <a:ext uri="{FF2B5EF4-FFF2-40B4-BE49-F238E27FC236}">
                  <a16:creationId xmlns:a16="http://schemas.microsoft.com/office/drawing/2014/main" id="{CF2E9B98-2691-F52D-D7A6-D116C39C297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2299" name="Freeform 34">
            <a:extLst>
              <a:ext uri="{FF2B5EF4-FFF2-40B4-BE49-F238E27FC236}">
                <a16:creationId xmlns:a16="http://schemas.microsoft.com/office/drawing/2014/main" id="{E89C8F62-2D86-D9E8-334C-188DA1CEBBF4}"/>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0" name="Freeform 36">
            <a:extLst>
              <a:ext uri="{FF2B5EF4-FFF2-40B4-BE49-F238E27FC236}">
                <a16:creationId xmlns:a16="http://schemas.microsoft.com/office/drawing/2014/main" id="{27783C8F-C622-A064-68C3-F44A0F284C7B}"/>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1" name="TextBox 42">
            <a:extLst>
              <a:ext uri="{FF2B5EF4-FFF2-40B4-BE49-F238E27FC236}">
                <a16:creationId xmlns:a16="http://schemas.microsoft.com/office/drawing/2014/main" id="{AF5EF604-20E0-991E-E6E9-88487721D709}"/>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IMPLEMENTATION SCREENSHOTS</a:t>
            </a:r>
          </a:p>
        </p:txBody>
      </p:sp>
      <p:sp>
        <p:nvSpPr>
          <p:cNvPr id="12302" name="TextBox 43">
            <a:extLst>
              <a:ext uri="{FF2B5EF4-FFF2-40B4-BE49-F238E27FC236}">
                <a16:creationId xmlns:a16="http://schemas.microsoft.com/office/drawing/2014/main" id="{50DEBDFD-797B-B5E6-D18D-2558CE6EFA87}"/>
              </a:ext>
            </a:extLst>
          </p:cNvPr>
          <p:cNvSpPr txBox="1">
            <a:spLocks noChangeArrowheads="1"/>
          </p:cNvSpPr>
          <p:nvPr/>
        </p:nvSpPr>
        <p:spPr bwMode="auto">
          <a:xfrm>
            <a:off x="2255838" y="1638300"/>
            <a:ext cx="14990762" cy="754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4000" b="1">
                <a:latin typeface="Carlito"/>
                <a:ea typeface="Carlito"/>
                <a:cs typeface="Carlito"/>
                <a:sym typeface="Carlito"/>
              </a:rPr>
              <a:t> LOGIN PAGE :</a:t>
            </a: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endParaRPr lang="en-US" altLang="en-US" sz="2800"/>
          </a:p>
        </p:txBody>
      </p:sp>
      <p:pic>
        <p:nvPicPr>
          <p:cNvPr id="3" name="Picture 2">
            <a:extLst>
              <a:ext uri="{FF2B5EF4-FFF2-40B4-BE49-F238E27FC236}">
                <a16:creationId xmlns:a16="http://schemas.microsoft.com/office/drawing/2014/main" id="{847F66BD-45E6-B212-778C-D16EC82B927F}"/>
              </a:ext>
            </a:extLst>
          </p:cNvPr>
          <p:cNvPicPr>
            <a:picLocks noChangeAspect="1"/>
          </p:cNvPicPr>
          <p:nvPr/>
        </p:nvPicPr>
        <p:blipFill>
          <a:blip r:embed="rId3"/>
          <a:stretch>
            <a:fillRect/>
          </a:stretch>
        </p:blipFill>
        <p:spPr>
          <a:xfrm>
            <a:off x="2597046" y="2442209"/>
            <a:ext cx="14308345" cy="7271703"/>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314" name="Group 7">
            <a:extLst>
              <a:ext uri="{FF2B5EF4-FFF2-40B4-BE49-F238E27FC236}">
                <a16:creationId xmlns:a16="http://schemas.microsoft.com/office/drawing/2014/main" id="{43326490-FD8A-F632-F3D2-1E2DE7C7E039}"/>
              </a:ext>
            </a:extLst>
          </p:cNvPr>
          <p:cNvGrpSpPr>
            <a:grpSpLocks/>
          </p:cNvGrpSpPr>
          <p:nvPr/>
        </p:nvGrpSpPr>
        <p:grpSpPr bwMode="auto">
          <a:xfrm>
            <a:off x="735013" y="6653213"/>
            <a:ext cx="993775" cy="993775"/>
            <a:chOff x="0" y="0"/>
            <a:chExt cx="992462" cy="992462"/>
          </a:xfrm>
        </p:grpSpPr>
        <p:sp>
          <p:nvSpPr>
            <p:cNvPr id="13344" name="Freeform 8">
              <a:extLst>
                <a:ext uri="{FF2B5EF4-FFF2-40B4-BE49-F238E27FC236}">
                  <a16:creationId xmlns:a16="http://schemas.microsoft.com/office/drawing/2014/main" id="{44E3B91D-89A8-F77F-25AE-E3E3157F9D80}"/>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45" name="TextBox 9">
              <a:extLst>
                <a:ext uri="{FF2B5EF4-FFF2-40B4-BE49-F238E27FC236}">
                  <a16:creationId xmlns:a16="http://schemas.microsoft.com/office/drawing/2014/main" id="{029DABF9-B015-FE9C-B90B-357BF07D2A6F}"/>
                </a:ext>
              </a:extLst>
            </p:cNvPr>
            <p:cNvSpPr txBox="1">
              <a:spLocks noChangeArrowheads="1"/>
            </p:cNvSpPr>
            <p:nvPr/>
          </p:nvSpPr>
          <p:spPr bwMode="auto">
            <a:xfrm>
              <a:off x="93043" y="187530"/>
              <a:ext cx="806377" cy="54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400" b="1">
                  <a:solidFill>
                    <a:srgbClr val="002060"/>
                  </a:solidFill>
                  <a:latin typeface="Gotham"/>
                  <a:ea typeface="Gotham"/>
                  <a:cs typeface="Gotham"/>
                  <a:sym typeface="Gotham"/>
                </a:rPr>
                <a:t>8</a:t>
              </a:r>
            </a:p>
          </p:txBody>
        </p:sp>
      </p:grpSp>
      <p:grpSp>
        <p:nvGrpSpPr>
          <p:cNvPr id="13315" name="Group 10">
            <a:extLst>
              <a:ext uri="{FF2B5EF4-FFF2-40B4-BE49-F238E27FC236}">
                <a16:creationId xmlns:a16="http://schemas.microsoft.com/office/drawing/2014/main" id="{AF673AC8-2671-9703-A648-131398C587D4}"/>
              </a:ext>
            </a:extLst>
          </p:cNvPr>
          <p:cNvGrpSpPr>
            <a:grpSpLocks/>
          </p:cNvGrpSpPr>
          <p:nvPr/>
        </p:nvGrpSpPr>
        <p:grpSpPr bwMode="auto">
          <a:xfrm>
            <a:off x="977900" y="3316288"/>
            <a:ext cx="508000" cy="542925"/>
            <a:chOff x="0" y="0"/>
            <a:chExt cx="508157" cy="543804"/>
          </a:xfrm>
        </p:grpSpPr>
        <p:sp>
          <p:nvSpPr>
            <p:cNvPr id="13342" name="Freeform 11">
              <a:extLst>
                <a:ext uri="{FF2B5EF4-FFF2-40B4-BE49-F238E27FC236}">
                  <a16:creationId xmlns:a16="http://schemas.microsoft.com/office/drawing/2014/main" id="{DE1944CA-A939-01FC-8757-EB99E8BBE15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43" name="TextBox 12">
              <a:extLst>
                <a:ext uri="{FF2B5EF4-FFF2-40B4-BE49-F238E27FC236}">
                  <a16:creationId xmlns:a16="http://schemas.microsoft.com/office/drawing/2014/main" id="{913D9149-505C-0C10-0075-3F5004420AC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3316" name="Group 13">
            <a:extLst>
              <a:ext uri="{FF2B5EF4-FFF2-40B4-BE49-F238E27FC236}">
                <a16:creationId xmlns:a16="http://schemas.microsoft.com/office/drawing/2014/main" id="{977E8DDF-9AEB-F142-0752-6499C3722C0B}"/>
              </a:ext>
            </a:extLst>
          </p:cNvPr>
          <p:cNvGrpSpPr>
            <a:grpSpLocks/>
          </p:cNvGrpSpPr>
          <p:nvPr/>
        </p:nvGrpSpPr>
        <p:grpSpPr bwMode="auto">
          <a:xfrm>
            <a:off x="977900" y="1982788"/>
            <a:ext cx="508000" cy="542925"/>
            <a:chOff x="0" y="0"/>
            <a:chExt cx="508157" cy="543804"/>
          </a:xfrm>
        </p:grpSpPr>
        <p:sp>
          <p:nvSpPr>
            <p:cNvPr id="13340" name="Freeform 14">
              <a:extLst>
                <a:ext uri="{FF2B5EF4-FFF2-40B4-BE49-F238E27FC236}">
                  <a16:creationId xmlns:a16="http://schemas.microsoft.com/office/drawing/2014/main" id="{D6E99C7A-F9FF-04A7-275F-602A390AB3A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41" name="TextBox 15">
              <a:extLst>
                <a:ext uri="{FF2B5EF4-FFF2-40B4-BE49-F238E27FC236}">
                  <a16:creationId xmlns:a16="http://schemas.microsoft.com/office/drawing/2014/main" id="{AE04FA39-4A3A-77F8-AFD6-ECBEFC21723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3317" name="Group 16">
            <a:extLst>
              <a:ext uri="{FF2B5EF4-FFF2-40B4-BE49-F238E27FC236}">
                <a16:creationId xmlns:a16="http://schemas.microsoft.com/office/drawing/2014/main" id="{AFF3B2BA-2746-C015-A421-6F280CB58AC3}"/>
              </a:ext>
            </a:extLst>
          </p:cNvPr>
          <p:cNvGrpSpPr>
            <a:grpSpLocks/>
          </p:cNvGrpSpPr>
          <p:nvPr/>
        </p:nvGrpSpPr>
        <p:grpSpPr bwMode="auto">
          <a:xfrm>
            <a:off x="977900" y="3983038"/>
            <a:ext cx="508000" cy="544512"/>
            <a:chOff x="0" y="0"/>
            <a:chExt cx="508157" cy="543804"/>
          </a:xfrm>
        </p:grpSpPr>
        <p:sp>
          <p:nvSpPr>
            <p:cNvPr id="13338" name="Freeform 17">
              <a:extLst>
                <a:ext uri="{FF2B5EF4-FFF2-40B4-BE49-F238E27FC236}">
                  <a16:creationId xmlns:a16="http://schemas.microsoft.com/office/drawing/2014/main" id="{D3B1BC34-A864-965B-A643-F88C2695981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9" name="TextBox 18">
              <a:extLst>
                <a:ext uri="{FF2B5EF4-FFF2-40B4-BE49-F238E27FC236}">
                  <a16:creationId xmlns:a16="http://schemas.microsoft.com/office/drawing/2014/main" id="{51402496-61F4-5B56-808F-748A3A80F7B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3318" name="Group 19">
            <a:extLst>
              <a:ext uri="{FF2B5EF4-FFF2-40B4-BE49-F238E27FC236}">
                <a16:creationId xmlns:a16="http://schemas.microsoft.com/office/drawing/2014/main" id="{3AC83DBC-3241-9401-D76A-19C4AB617760}"/>
              </a:ext>
            </a:extLst>
          </p:cNvPr>
          <p:cNvGrpSpPr>
            <a:grpSpLocks/>
          </p:cNvGrpSpPr>
          <p:nvPr/>
        </p:nvGrpSpPr>
        <p:grpSpPr bwMode="auto">
          <a:xfrm>
            <a:off x="977900" y="2647950"/>
            <a:ext cx="508000" cy="544513"/>
            <a:chOff x="0" y="0"/>
            <a:chExt cx="508157" cy="543804"/>
          </a:xfrm>
        </p:grpSpPr>
        <p:sp>
          <p:nvSpPr>
            <p:cNvPr id="13336" name="Freeform 20">
              <a:extLst>
                <a:ext uri="{FF2B5EF4-FFF2-40B4-BE49-F238E27FC236}">
                  <a16:creationId xmlns:a16="http://schemas.microsoft.com/office/drawing/2014/main" id="{2FA9143C-05AF-D62E-554A-1CD798DF9AD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7" name="TextBox 21">
              <a:extLst>
                <a:ext uri="{FF2B5EF4-FFF2-40B4-BE49-F238E27FC236}">
                  <a16:creationId xmlns:a16="http://schemas.microsoft.com/office/drawing/2014/main" id="{416D5959-0BEE-A78A-4744-758110264A9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3319" name="Group 22">
            <a:extLst>
              <a:ext uri="{FF2B5EF4-FFF2-40B4-BE49-F238E27FC236}">
                <a16:creationId xmlns:a16="http://schemas.microsoft.com/office/drawing/2014/main" id="{91C7C58D-CB78-5D7E-6EAB-1B9F6247CE04}"/>
              </a:ext>
            </a:extLst>
          </p:cNvPr>
          <p:cNvGrpSpPr>
            <a:grpSpLocks/>
          </p:cNvGrpSpPr>
          <p:nvPr/>
        </p:nvGrpSpPr>
        <p:grpSpPr bwMode="auto">
          <a:xfrm>
            <a:off x="977900" y="5318125"/>
            <a:ext cx="508000" cy="544513"/>
            <a:chOff x="0" y="0"/>
            <a:chExt cx="508157" cy="543804"/>
          </a:xfrm>
        </p:grpSpPr>
        <p:sp>
          <p:nvSpPr>
            <p:cNvPr id="13334" name="Freeform 23">
              <a:extLst>
                <a:ext uri="{FF2B5EF4-FFF2-40B4-BE49-F238E27FC236}">
                  <a16:creationId xmlns:a16="http://schemas.microsoft.com/office/drawing/2014/main" id="{C6F21427-9DDE-E33A-7DD1-8AB3C2D5CC6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5" name="TextBox 24">
              <a:extLst>
                <a:ext uri="{FF2B5EF4-FFF2-40B4-BE49-F238E27FC236}">
                  <a16:creationId xmlns:a16="http://schemas.microsoft.com/office/drawing/2014/main" id="{9C224590-63B8-BC92-34C6-D123A631F85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3320" name="Group 25">
            <a:extLst>
              <a:ext uri="{FF2B5EF4-FFF2-40B4-BE49-F238E27FC236}">
                <a16:creationId xmlns:a16="http://schemas.microsoft.com/office/drawing/2014/main" id="{AE16A85B-6321-F832-6E04-F3F524447997}"/>
              </a:ext>
            </a:extLst>
          </p:cNvPr>
          <p:cNvGrpSpPr>
            <a:grpSpLocks/>
          </p:cNvGrpSpPr>
          <p:nvPr/>
        </p:nvGrpSpPr>
        <p:grpSpPr bwMode="auto">
          <a:xfrm>
            <a:off x="977900" y="4651375"/>
            <a:ext cx="508000" cy="542925"/>
            <a:chOff x="0" y="0"/>
            <a:chExt cx="508157" cy="543804"/>
          </a:xfrm>
        </p:grpSpPr>
        <p:sp>
          <p:nvSpPr>
            <p:cNvPr id="13332" name="Freeform 26">
              <a:extLst>
                <a:ext uri="{FF2B5EF4-FFF2-40B4-BE49-F238E27FC236}">
                  <a16:creationId xmlns:a16="http://schemas.microsoft.com/office/drawing/2014/main" id="{DF73D517-7677-8A0F-619A-BFF12F9AE6E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3" name="TextBox 27">
              <a:extLst>
                <a:ext uri="{FF2B5EF4-FFF2-40B4-BE49-F238E27FC236}">
                  <a16:creationId xmlns:a16="http://schemas.microsoft.com/office/drawing/2014/main" id="{E346E50F-AC93-562D-F790-3173D56B64E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3321" name="Group 28">
            <a:extLst>
              <a:ext uri="{FF2B5EF4-FFF2-40B4-BE49-F238E27FC236}">
                <a16:creationId xmlns:a16="http://schemas.microsoft.com/office/drawing/2014/main" id="{E1FAA87C-2AD9-3ED3-B673-D2FB90A52409}"/>
              </a:ext>
            </a:extLst>
          </p:cNvPr>
          <p:cNvGrpSpPr>
            <a:grpSpLocks/>
          </p:cNvGrpSpPr>
          <p:nvPr/>
        </p:nvGrpSpPr>
        <p:grpSpPr bwMode="auto">
          <a:xfrm>
            <a:off x="977900" y="5986463"/>
            <a:ext cx="508000" cy="542925"/>
            <a:chOff x="0" y="0"/>
            <a:chExt cx="508157" cy="543804"/>
          </a:xfrm>
        </p:grpSpPr>
        <p:sp>
          <p:nvSpPr>
            <p:cNvPr id="13330" name="Freeform 29">
              <a:extLst>
                <a:ext uri="{FF2B5EF4-FFF2-40B4-BE49-F238E27FC236}">
                  <a16:creationId xmlns:a16="http://schemas.microsoft.com/office/drawing/2014/main" id="{171E2005-5EB1-5C27-5F98-722DE1FF293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1" name="TextBox 30">
              <a:extLst>
                <a:ext uri="{FF2B5EF4-FFF2-40B4-BE49-F238E27FC236}">
                  <a16:creationId xmlns:a16="http://schemas.microsoft.com/office/drawing/2014/main" id="{D0EA11F3-64DF-0E7B-F9A8-3E36C937BA8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3322" name="Group 31">
            <a:extLst>
              <a:ext uri="{FF2B5EF4-FFF2-40B4-BE49-F238E27FC236}">
                <a16:creationId xmlns:a16="http://schemas.microsoft.com/office/drawing/2014/main" id="{7CEB9B6D-650E-060E-FBDB-EBEE24BCD5D3}"/>
              </a:ext>
            </a:extLst>
          </p:cNvPr>
          <p:cNvGrpSpPr>
            <a:grpSpLocks/>
          </p:cNvGrpSpPr>
          <p:nvPr/>
        </p:nvGrpSpPr>
        <p:grpSpPr bwMode="auto">
          <a:xfrm>
            <a:off x="977900" y="7761288"/>
            <a:ext cx="508000" cy="542925"/>
            <a:chOff x="0" y="0"/>
            <a:chExt cx="508157" cy="543804"/>
          </a:xfrm>
        </p:grpSpPr>
        <p:sp>
          <p:nvSpPr>
            <p:cNvPr id="13328" name="Freeform 32">
              <a:extLst>
                <a:ext uri="{FF2B5EF4-FFF2-40B4-BE49-F238E27FC236}">
                  <a16:creationId xmlns:a16="http://schemas.microsoft.com/office/drawing/2014/main" id="{8F44BDAA-98EE-FF7E-013E-1B58AB73617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29" name="TextBox 33">
              <a:extLst>
                <a:ext uri="{FF2B5EF4-FFF2-40B4-BE49-F238E27FC236}">
                  <a16:creationId xmlns:a16="http://schemas.microsoft.com/office/drawing/2014/main" id="{5978009C-9FF5-80E4-094B-1FC483389D7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3323" name="Freeform 34">
            <a:extLst>
              <a:ext uri="{FF2B5EF4-FFF2-40B4-BE49-F238E27FC236}">
                <a16:creationId xmlns:a16="http://schemas.microsoft.com/office/drawing/2014/main" id="{0DB1E7D3-B0B3-6D2C-C9F9-8BAD39E5212F}"/>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24" name="Freeform 36">
            <a:extLst>
              <a:ext uri="{FF2B5EF4-FFF2-40B4-BE49-F238E27FC236}">
                <a16:creationId xmlns:a16="http://schemas.microsoft.com/office/drawing/2014/main" id="{771633F5-F270-C2C1-F6CE-82A7A83B3A30}"/>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25" name="TextBox 42">
            <a:extLst>
              <a:ext uri="{FF2B5EF4-FFF2-40B4-BE49-F238E27FC236}">
                <a16:creationId xmlns:a16="http://schemas.microsoft.com/office/drawing/2014/main" id="{A5B6B58D-69CD-27E8-83C5-39A9E2F9A31F}"/>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IMPLEMENTATION SCREENSHOTS</a:t>
            </a:r>
          </a:p>
        </p:txBody>
      </p:sp>
      <p:sp>
        <p:nvSpPr>
          <p:cNvPr id="13326" name="TextBox 43">
            <a:extLst>
              <a:ext uri="{FF2B5EF4-FFF2-40B4-BE49-F238E27FC236}">
                <a16:creationId xmlns:a16="http://schemas.microsoft.com/office/drawing/2014/main" id="{E254CA87-98F9-92F9-3698-3BB8A6E96FE7}"/>
              </a:ext>
            </a:extLst>
          </p:cNvPr>
          <p:cNvSpPr txBox="1">
            <a:spLocks noChangeArrowheads="1"/>
          </p:cNvSpPr>
          <p:nvPr/>
        </p:nvSpPr>
        <p:spPr bwMode="auto">
          <a:xfrm>
            <a:off x="2255838" y="1638300"/>
            <a:ext cx="14990762" cy="754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4000" b="1">
                <a:latin typeface="Carlito"/>
                <a:ea typeface="Carlito"/>
                <a:cs typeface="Carlito"/>
                <a:sym typeface="Carlito"/>
              </a:rPr>
              <a:t> HOME PAGE :</a:t>
            </a: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endParaRPr lang="en-US" altLang="en-US" sz="2800"/>
          </a:p>
        </p:txBody>
      </p:sp>
      <p:pic>
        <p:nvPicPr>
          <p:cNvPr id="4" name="Picture 3">
            <a:extLst>
              <a:ext uri="{FF2B5EF4-FFF2-40B4-BE49-F238E27FC236}">
                <a16:creationId xmlns:a16="http://schemas.microsoft.com/office/drawing/2014/main" id="{AE2BF994-A756-DE5D-F9CA-1AB7C5E5C796}"/>
              </a:ext>
            </a:extLst>
          </p:cNvPr>
          <p:cNvPicPr>
            <a:picLocks noChangeAspect="1"/>
          </p:cNvPicPr>
          <p:nvPr/>
        </p:nvPicPr>
        <p:blipFill>
          <a:blip r:embed="rId3"/>
          <a:stretch>
            <a:fillRect/>
          </a:stretch>
        </p:blipFill>
        <p:spPr>
          <a:xfrm>
            <a:off x="2586039" y="2391686"/>
            <a:ext cx="15444786" cy="6480851"/>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338" name="Group 7">
            <a:extLst>
              <a:ext uri="{FF2B5EF4-FFF2-40B4-BE49-F238E27FC236}">
                <a16:creationId xmlns:a16="http://schemas.microsoft.com/office/drawing/2014/main" id="{5D1B3D65-FECE-92EF-AB58-9CD82FCA986D}"/>
              </a:ext>
            </a:extLst>
          </p:cNvPr>
          <p:cNvGrpSpPr>
            <a:grpSpLocks/>
          </p:cNvGrpSpPr>
          <p:nvPr/>
        </p:nvGrpSpPr>
        <p:grpSpPr bwMode="auto">
          <a:xfrm>
            <a:off x="735013" y="6653213"/>
            <a:ext cx="993775" cy="993775"/>
            <a:chOff x="0" y="0"/>
            <a:chExt cx="992462" cy="992462"/>
          </a:xfrm>
        </p:grpSpPr>
        <p:sp>
          <p:nvSpPr>
            <p:cNvPr id="14368" name="Freeform 8">
              <a:extLst>
                <a:ext uri="{FF2B5EF4-FFF2-40B4-BE49-F238E27FC236}">
                  <a16:creationId xmlns:a16="http://schemas.microsoft.com/office/drawing/2014/main" id="{C356679F-BB0C-C8B4-8A4E-B2C197F12B20}"/>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9" name="TextBox 9">
              <a:extLst>
                <a:ext uri="{FF2B5EF4-FFF2-40B4-BE49-F238E27FC236}">
                  <a16:creationId xmlns:a16="http://schemas.microsoft.com/office/drawing/2014/main" id="{D78ED057-4877-0946-1E05-43DFD75EAFF9}"/>
                </a:ext>
              </a:extLst>
            </p:cNvPr>
            <p:cNvSpPr txBox="1">
              <a:spLocks noChangeArrowheads="1"/>
            </p:cNvSpPr>
            <p:nvPr/>
          </p:nvSpPr>
          <p:spPr bwMode="auto">
            <a:xfrm>
              <a:off x="93043" y="187530"/>
              <a:ext cx="806377" cy="54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400" b="1">
                  <a:solidFill>
                    <a:srgbClr val="002060"/>
                  </a:solidFill>
                  <a:latin typeface="Gotham"/>
                  <a:ea typeface="Gotham"/>
                  <a:cs typeface="Gotham"/>
                  <a:sym typeface="Gotham"/>
                </a:rPr>
                <a:t>8(A)</a:t>
              </a:r>
            </a:p>
          </p:txBody>
        </p:sp>
      </p:grpSp>
      <p:grpSp>
        <p:nvGrpSpPr>
          <p:cNvPr id="14339" name="Group 10">
            <a:extLst>
              <a:ext uri="{FF2B5EF4-FFF2-40B4-BE49-F238E27FC236}">
                <a16:creationId xmlns:a16="http://schemas.microsoft.com/office/drawing/2014/main" id="{03229246-7B41-413F-6F74-B38B72F3F0CE}"/>
              </a:ext>
            </a:extLst>
          </p:cNvPr>
          <p:cNvGrpSpPr>
            <a:grpSpLocks/>
          </p:cNvGrpSpPr>
          <p:nvPr/>
        </p:nvGrpSpPr>
        <p:grpSpPr bwMode="auto">
          <a:xfrm>
            <a:off x="977900" y="3316288"/>
            <a:ext cx="508000" cy="542925"/>
            <a:chOff x="0" y="0"/>
            <a:chExt cx="508157" cy="543804"/>
          </a:xfrm>
        </p:grpSpPr>
        <p:sp>
          <p:nvSpPr>
            <p:cNvPr id="14366" name="Freeform 11">
              <a:extLst>
                <a:ext uri="{FF2B5EF4-FFF2-40B4-BE49-F238E27FC236}">
                  <a16:creationId xmlns:a16="http://schemas.microsoft.com/office/drawing/2014/main" id="{831401E8-4148-8DD3-55B7-1FACC2C70A7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7" name="TextBox 12">
              <a:extLst>
                <a:ext uri="{FF2B5EF4-FFF2-40B4-BE49-F238E27FC236}">
                  <a16:creationId xmlns:a16="http://schemas.microsoft.com/office/drawing/2014/main" id="{01DDC648-FFC2-68E7-0340-0BC714E6CEF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4340" name="Group 13">
            <a:extLst>
              <a:ext uri="{FF2B5EF4-FFF2-40B4-BE49-F238E27FC236}">
                <a16:creationId xmlns:a16="http://schemas.microsoft.com/office/drawing/2014/main" id="{DFFAD8BE-4E90-95E6-95A1-77ABFEA2CB34}"/>
              </a:ext>
            </a:extLst>
          </p:cNvPr>
          <p:cNvGrpSpPr>
            <a:grpSpLocks/>
          </p:cNvGrpSpPr>
          <p:nvPr/>
        </p:nvGrpSpPr>
        <p:grpSpPr bwMode="auto">
          <a:xfrm>
            <a:off x="977900" y="1982788"/>
            <a:ext cx="508000" cy="542925"/>
            <a:chOff x="0" y="0"/>
            <a:chExt cx="508157" cy="543804"/>
          </a:xfrm>
        </p:grpSpPr>
        <p:sp>
          <p:nvSpPr>
            <p:cNvPr id="14364" name="Freeform 14">
              <a:extLst>
                <a:ext uri="{FF2B5EF4-FFF2-40B4-BE49-F238E27FC236}">
                  <a16:creationId xmlns:a16="http://schemas.microsoft.com/office/drawing/2014/main" id="{FD8ECC33-E8E9-ABC9-6857-F9AE6B1904E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5" name="TextBox 15">
              <a:extLst>
                <a:ext uri="{FF2B5EF4-FFF2-40B4-BE49-F238E27FC236}">
                  <a16:creationId xmlns:a16="http://schemas.microsoft.com/office/drawing/2014/main" id="{3C85FF7E-110D-435F-0526-B5A3746B94F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4341" name="Group 16">
            <a:extLst>
              <a:ext uri="{FF2B5EF4-FFF2-40B4-BE49-F238E27FC236}">
                <a16:creationId xmlns:a16="http://schemas.microsoft.com/office/drawing/2014/main" id="{0C567F48-7F86-E255-CB13-6AE7BC2690E8}"/>
              </a:ext>
            </a:extLst>
          </p:cNvPr>
          <p:cNvGrpSpPr>
            <a:grpSpLocks/>
          </p:cNvGrpSpPr>
          <p:nvPr/>
        </p:nvGrpSpPr>
        <p:grpSpPr bwMode="auto">
          <a:xfrm>
            <a:off x="977900" y="3983038"/>
            <a:ext cx="508000" cy="544512"/>
            <a:chOff x="0" y="0"/>
            <a:chExt cx="508157" cy="543804"/>
          </a:xfrm>
        </p:grpSpPr>
        <p:sp>
          <p:nvSpPr>
            <p:cNvPr id="14362" name="Freeform 17">
              <a:extLst>
                <a:ext uri="{FF2B5EF4-FFF2-40B4-BE49-F238E27FC236}">
                  <a16:creationId xmlns:a16="http://schemas.microsoft.com/office/drawing/2014/main" id="{07D16354-B86E-EF68-E28E-A1EFEB46D0A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3" name="TextBox 18">
              <a:extLst>
                <a:ext uri="{FF2B5EF4-FFF2-40B4-BE49-F238E27FC236}">
                  <a16:creationId xmlns:a16="http://schemas.microsoft.com/office/drawing/2014/main" id="{E5719F8A-C376-8351-2296-84C08FB7CCA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4342" name="Group 19">
            <a:extLst>
              <a:ext uri="{FF2B5EF4-FFF2-40B4-BE49-F238E27FC236}">
                <a16:creationId xmlns:a16="http://schemas.microsoft.com/office/drawing/2014/main" id="{2F034D1C-30DD-710E-8C75-9FE71401E13E}"/>
              </a:ext>
            </a:extLst>
          </p:cNvPr>
          <p:cNvGrpSpPr>
            <a:grpSpLocks/>
          </p:cNvGrpSpPr>
          <p:nvPr/>
        </p:nvGrpSpPr>
        <p:grpSpPr bwMode="auto">
          <a:xfrm>
            <a:off x="977900" y="2647950"/>
            <a:ext cx="508000" cy="544513"/>
            <a:chOff x="0" y="0"/>
            <a:chExt cx="508157" cy="543804"/>
          </a:xfrm>
        </p:grpSpPr>
        <p:sp>
          <p:nvSpPr>
            <p:cNvPr id="14360" name="Freeform 20">
              <a:extLst>
                <a:ext uri="{FF2B5EF4-FFF2-40B4-BE49-F238E27FC236}">
                  <a16:creationId xmlns:a16="http://schemas.microsoft.com/office/drawing/2014/main" id="{6CA1724D-778E-AA28-0B12-A77BAA9BBD6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1" name="TextBox 21">
              <a:extLst>
                <a:ext uri="{FF2B5EF4-FFF2-40B4-BE49-F238E27FC236}">
                  <a16:creationId xmlns:a16="http://schemas.microsoft.com/office/drawing/2014/main" id="{281E545C-2EB3-8620-0658-EA259D29F9D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4343" name="Group 22">
            <a:extLst>
              <a:ext uri="{FF2B5EF4-FFF2-40B4-BE49-F238E27FC236}">
                <a16:creationId xmlns:a16="http://schemas.microsoft.com/office/drawing/2014/main" id="{6B10C4E2-41C3-469E-E886-E60425365F2D}"/>
              </a:ext>
            </a:extLst>
          </p:cNvPr>
          <p:cNvGrpSpPr>
            <a:grpSpLocks/>
          </p:cNvGrpSpPr>
          <p:nvPr/>
        </p:nvGrpSpPr>
        <p:grpSpPr bwMode="auto">
          <a:xfrm>
            <a:off x="977900" y="5318125"/>
            <a:ext cx="508000" cy="544513"/>
            <a:chOff x="0" y="0"/>
            <a:chExt cx="508157" cy="543804"/>
          </a:xfrm>
        </p:grpSpPr>
        <p:sp>
          <p:nvSpPr>
            <p:cNvPr id="14358" name="Freeform 23">
              <a:extLst>
                <a:ext uri="{FF2B5EF4-FFF2-40B4-BE49-F238E27FC236}">
                  <a16:creationId xmlns:a16="http://schemas.microsoft.com/office/drawing/2014/main" id="{A43494CA-7841-D696-E971-B4E7D226BD6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9" name="TextBox 24">
              <a:extLst>
                <a:ext uri="{FF2B5EF4-FFF2-40B4-BE49-F238E27FC236}">
                  <a16:creationId xmlns:a16="http://schemas.microsoft.com/office/drawing/2014/main" id="{3858CD9F-EDBD-04AB-34EA-522F2715689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4344" name="Group 25">
            <a:extLst>
              <a:ext uri="{FF2B5EF4-FFF2-40B4-BE49-F238E27FC236}">
                <a16:creationId xmlns:a16="http://schemas.microsoft.com/office/drawing/2014/main" id="{80FC0114-FC08-0419-4945-107BAB533D39}"/>
              </a:ext>
            </a:extLst>
          </p:cNvPr>
          <p:cNvGrpSpPr>
            <a:grpSpLocks/>
          </p:cNvGrpSpPr>
          <p:nvPr/>
        </p:nvGrpSpPr>
        <p:grpSpPr bwMode="auto">
          <a:xfrm>
            <a:off x="977900" y="4651375"/>
            <a:ext cx="508000" cy="542925"/>
            <a:chOff x="0" y="0"/>
            <a:chExt cx="508157" cy="543804"/>
          </a:xfrm>
        </p:grpSpPr>
        <p:sp>
          <p:nvSpPr>
            <p:cNvPr id="14356" name="Freeform 26">
              <a:extLst>
                <a:ext uri="{FF2B5EF4-FFF2-40B4-BE49-F238E27FC236}">
                  <a16:creationId xmlns:a16="http://schemas.microsoft.com/office/drawing/2014/main" id="{D71FA47E-8E85-1C6C-9B70-648DEEC0D51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7" name="TextBox 27">
              <a:extLst>
                <a:ext uri="{FF2B5EF4-FFF2-40B4-BE49-F238E27FC236}">
                  <a16:creationId xmlns:a16="http://schemas.microsoft.com/office/drawing/2014/main" id="{4690B3B1-7B7A-5C16-CE52-FA99A14E3CA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4345" name="Group 28">
            <a:extLst>
              <a:ext uri="{FF2B5EF4-FFF2-40B4-BE49-F238E27FC236}">
                <a16:creationId xmlns:a16="http://schemas.microsoft.com/office/drawing/2014/main" id="{D2AFBC16-14A2-F856-1FA6-7E1866C19073}"/>
              </a:ext>
            </a:extLst>
          </p:cNvPr>
          <p:cNvGrpSpPr>
            <a:grpSpLocks/>
          </p:cNvGrpSpPr>
          <p:nvPr/>
        </p:nvGrpSpPr>
        <p:grpSpPr bwMode="auto">
          <a:xfrm>
            <a:off x="977900" y="5986463"/>
            <a:ext cx="508000" cy="542925"/>
            <a:chOff x="0" y="0"/>
            <a:chExt cx="508157" cy="543804"/>
          </a:xfrm>
        </p:grpSpPr>
        <p:sp>
          <p:nvSpPr>
            <p:cNvPr id="14354" name="Freeform 29">
              <a:extLst>
                <a:ext uri="{FF2B5EF4-FFF2-40B4-BE49-F238E27FC236}">
                  <a16:creationId xmlns:a16="http://schemas.microsoft.com/office/drawing/2014/main" id="{77987579-6236-F991-F4B5-82AC417064E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5" name="TextBox 30">
              <a:extLst>
                <a:ext uri="{FF2B5EF4-FFF2-40B4-BE49-F238E27FC236}">
                  <a16:creationId xmlns:a16="http://schemas.microsoft.com/office/drawing/2014/main" id="{EA23C428-5FDB-8711-D9EA-B88AD6A83822}"/>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4346" name="Group 31">
            <a:extLst>
              <a:ext uri="{FF2B5EF4-FFF2-40B4-BE49-F238E27FC236}">
                <a16:creationId xmlns:a16="http://schemas.microsoft.com/office/drawing/2014/main" id="{2FDBB078-88A3-2DFB-44C3-11018F3BB201}"/>
              </a:ext>
            </a:extLst>
          </p:cNvPr>
          <p:cNvGrpSpPr>
            <a:grpSpLocks/>
          </p:cNvGrpSpPr>
          <p:nvPr/>
        </p:nvGrpSpPr>
        <p:grpSpPr bwMode="auto">
          <a:xfrm>
            <a:off x="977900" y="7761288"/>
            <a:ext cx="508000" cy="542925"/>
            <a:chOff x="0" y="0"/>
            <a:chExt cx="508157" cy="543804"/>
          </a:xfrm>
        </p:grpSpPr>
        <p:sp>
          <p:nvSpPr>
            <p:cNvPr id="14352" name="Freeform 32">
              <a:extLst>
                <a:ext uri="{FF2B5EF4-FFF2-40B4-BE49-F238E27FC236}">
                  <a16:creationId xmlns:a16="http://schemas.microsoft.com/office/drawing/2014/main" id="{28749595-96C5-10F1-5A3C-6B97CAB1611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3" name="TextBox 33">
              <a:extLst>
                <a:ext uri="{FF2B5EF4-FFF2-40B4-BE49-F238E27FC236}">
                  <a16:creationId xmlns:a16="http://schemas.microsoft.com/office/drawing/2014/main" id="{AAE9DB41-6963-28EB-D1EB-6B954648A5C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4347" name="Freeform 34">
            <a:extLst>
              <a:ext uri="{FF2B5EF4-FFF2-40B4-BE49-F238E27FC236}">
                <a16:creationId xmlns:a16="http://schemas.microsoft.com/office/drawing/2014/main" id="{9F2A576B-9976-B658-2E61-0F656DE1290A}"/>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48" name="Freeform 36">
            <a:extLst>
              <a:ext uri="{FF2B5EF4-FFF2-40B4-BE49-F238E27FC236}">
                <a16:creationId xmlns:a16="http://schemas.microsoft.com/office/drawing/2014/main" id="{83B609DF-5160-3623-A791-6809FBD8D850}"/>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49" name="TextBox 42">
            <a:extLst>
              <a:ext uri="{FF2B5EF4-FFF2-40B4-BE49-F238E27FC236}">
                <a16:creationId xmlns:a16="http://schemas.microsoft.com/office/drawing/2014/main" id="{1E4A64DF-D3BB-65B7-0B75-3E8BC5D6DF96}"/>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IMPLEMENTATION SCREENSHOTS</a:t>
            </a:r>
          </a:p>
        </p:txBody>
      </p:sp>
      <p:sp>
        <p:nvSpPr>
          <p:cNvPr id="14350" name="TextBox 43">
            <a:extLst>
              <a:ext uri="{FF2B5EF4-FFF2-40B4-BE49-F238E27FC236}">
                <a16:creationId xmlns:a16="http://schemas.microsoft.com/office/drawing/2014/main" id="{DDC9B949-5686-593E-5D69-6DADA7AA7E3E}"/>
              </a:ext>
            </a:extLst>
          </p:cNvPr>
          <p:cNvSpPr txBox="1">
            <a:spLocks noChangeArrowheads="1"/>
          </p:cNvSpPr>
          <p:nvPr/>
        </p:nvSpPr>
        <p:spPr bwMode="auto">
          <a:xfrm>
            <a:off x="2255838" y="1638300"/>
            <a:ext cx="14990762" cy="797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4000" b="1">
                <a:latin typeface="Carlito"/>
                <a:ea typeface="Carlito"/>
                <a:cs typeface="Carlito"/>
                <a:sym typeface="Carlito"/>
              </a:rPr>
              <a:t> ADMIN PAGE :</a:t>
            </a: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endParaRPr lang="en-US" altLang="en-US" sz="2800" b="1">
              <a:latin typeface="Carlito"/>
              <a:ea typeface="Carlito"/>
              <a:cs typeface="Carlito"/>
              <a:sym typeface="Carlito"/>
            </a:endParaRPr>
          </a:p>
        </p:txBody>
      </p:sp>
      <p:pic>
        <p:nvPicPr>
          <p:cNvPr id="4" name="Picture 3">
            <a:extLst>
              <a:ext uri="{FF2B5EF4-FFF2-40B4-BE49-F238E27FC236}">
                <a16:creationId xmlns:a16="http://schemas.microsoft.com/office/drawing/2014/main" id="{6D57A921-9D1D-5F95-8707-26A4D3674841}"/>
              </a:ext>
            </a:extLst>
          </p:cNvPr>
          <p:cNvPicPr>
            <a:picLocks noChangeAspect="1"/>
          </p:cNvPicPr>
          <p:nvPr/>
        </p:nvPicPr>
        <p:blipFill>
          <a:blip r:embed="rId3"/>
          <a:stretch>
            <a:fillRect/>
          </a:stretch>
        </p:blipFill>
        <p:spPr>
          <a:xfrm>
            <a:off x="2863121" y="2230873"/>
            <a:ext cx="15143891" cy="7022664"/>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5362" name="Group 5">
            <a:extLst>
              <a:ext uri="{FF2B5EF4-FFF2-40B4-BE49-F238E27FC236}">
                <a16:creationId xmlns:a16="http://schemas.microsoft.com/office/drawing/2014/main" id="{91BBCFD8-7AC8-B432-0DDC-4D8A12EA3A13}"/>
              </a:ext>
            </a:extLst>
          </p:cNvPr>
          <p:cNvGrpSpPr>
            <a:grpSpLocks/>
          </p:cNvGrpSpPr>
          <p:nvPr/>
        </p:nvGrpSpPr>
        <p:grpSpPr bwMode="auto">
          <a:xfrm>
            <a:off x="735013" y="7321550"/>
            <a:ext cx="993775" cy="992188"/>
            <a:chOff x="0" y="0"/>
            <a:chExt cx="992462" cy="992462"/>
          </a:xfrm>
        </p:grpSpPr>
        <p:sp>
          <p:nvSpPr>
            <p:cNvPr id="15393" name="Freeform 6">
              <a:extLst>
                <a:ext uri="{FF2B5EF4-FFF2-40B4-BE49-F238E27FC236}">
                  <a16:creationId xmlns:a16="http://schemas.microsoft.com/office/drawing/2014/main" id="{7E2C030C-956E-6DC0-DC5A-2695E9897CD8}"/>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94" name="TextBox 7">
              <a:extLst>
                <a:ext uri="{FF2B5EF4-FFF2-40B4-BE49-F238E27FC236}">
                  <a16:creationId xmlns:a16="http://schemas.microsoft.com/office/drawing/2014/main" id="{26C814F1-E9B0-69FE-ED6B-5C510D8ADC0E}"/>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9</a:t>
              </a:r>
            </a:p>
          </p:txBody>
        </p:sp>
      </p:grpSp>
      <p:grpSp>
        <p:nvGrpSpPr>
          <p:cNvPr id="15363" name="Group 8">
            <a:extLst>
              <a:ext uri="{FF2B5EF4-FFF2-40B4-BE49-F238E27FC236}">
                <a16:creationId xmlns:a16="http://schemas.microsoft.com/office/drawing/2014/main" id="{DE8C0E25-9E4F-D651-A0DE-8D6F60B5FF8A}"/>
              </a:ext>
            </a:extLst>
          </p:cNvPr>
          <p:cNvGrpSpPr>
            <a:grpSpLocks/>
          </p:cNvGrpSpPr>
          <p:nvPr/>
        </p:nvGrpSpPr>
        <p:grpSpPr bwMode="auto">
          <a:xfrm>
            <a:off x="977900" y="3316288"/>
            <a:ext cx="508000" cy="542925"/>
            <a:chOff x="0" y="0"/>
            <a:chExt cx="508157" cy="543804"/>
          </a:xfrm>
        </p:grpSpPr>
        <p:sp>
          <p:nvSpPr>
            <p:cNvPr id="15391" name="Freeform 9">
              <a:extLst>
                <a:ext uri="{FF2B5EF4-FFF2-40B4-BE49-F238E27FC236}">
                  <a16:creationId xmlns:a16="http://schemas.microsoft.com/office/drawing/2014/main" id="{9E0D6141-DCB9-3E8B-C14F-BF9B262E0F5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92" name="TextBox 10">
              <a:extLst>
                <a:ext uri="{FF2B5EF4-FFF2-40B4-BE49-F238E27FC236}">
                  <a16:creationId xmlns:a16="http://schemas.microsoft.com/office/drawing/2014/main" id="{E6EEA4D9-3CC6-7276-F90F-7F45540EFF7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5364" name="Group 11">
            <a:extLst>
              <a:ext uri="{FF2B5EF4-FFF2-40B4-BE49-F238E27FC236}">
                <a16:creationId xmlns:a16="http://schemas.microsoft.com/office/drawing/2014/main" id="{D65C6C99-6D70-FAAD-E54C-05A70F3ABAD7}"/>
              </a:ext>
            </a:extLst>
          </p:cNvPr>
          <p:cNvGrpSpPr>
            <a:grpSpLocks/>
          </p:cNvGrpSpPr>
          <p:nvPr/>
        </p:nvGrpSpPr>
        <p:grpSpPr bwMode="auto">
          <a:xfrm>
            <a:off x="977900" y="1982788"/>
            <a:ext cx="508000" cy="542925"/>
            <a:chOff x="0" y="0"/>
            <a:chExt cx="508157" cy="543804"/>
          </a:xfrm>
        </p:grpSpPr>
        <p:sp>
          <p:nvSpPr>
            <p:cNvPr id="15389" name="Freeform 12">
              <a:extLst>
                <a:ext uri="{FF2B5EF4-FFF2-40B4-BE49-F238E27FC236}">
                  <a16:creationId xmlns:a16="http://schemas.microsoft.com/office/drawing/2014/main" id="{064D7E79-4F3B-CF0B-D62A-28AF49F3EAF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90" name="TextBox 13">
              <a:extLst>
                <a:ext uri="{FF2B5EF4-FFF2-40B4-BE49-F238E27FC236}">
                  <a16:creationId xmlns:a16="http://schemas.microsoft.com/office/drawing/2014/main" id="{3DD5C3CF-81E4-1126-11C5-75329434CB3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5365" name="Group 14">
            <a:extLst>
              <a:ext uri="{FF2B5EF4-FFF2-40B4-BE49-F238E27FC236}">
                <a16:creationId xmlns:a16="http://schemas.microsoft.com/office/drawing/2014/main" id="{C027711D-6545-44CC-06A3-C386634FE699}"/>
              </a:ext>
            </a:extLst>
          </p:cNvPr>
          <p:cNvGrpSpPr>
            <a:grpSpLocks/>
          </p:cNvGrpSpPr>
          <p:nvPr/>
        </p:nvGrpSpPr>
        <p:grpSpPr bwMode="auto">
          <a:xfrm>
            <a:off x="977900" y="3983038"/>
            <a:ext cx="508000" cy="544512"/>
            <a:chOff x="0" y="0"/>
            <a:chExt cx="508157" cy="543804"/>
          </a:xfrm>
        </p:grpSpPr>
        <p:sp>
          <p:nvSpPr>
            <p:cNvPr id="15387" name="Freeform 15">
              <a:extLst>
                <a:ext uri="{FF2B5EF4-FFF2-40B4-BE49-F238E27FC236}">
                  <a16:creationId xmlns:a16="http://schemas.microsoft.com/office/drawing/2014/main" id="{499CD4BA-9137-5593-CA80-5B9B8FB30C3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8" name="TextBox 16">
              <a:extLst>
                <a:ext uri="{FF2B5EF4-FFF2-40B4-BE49-F238E27FC236}">
                  <a16:creationId xmlns:a16="http://schemas.microsoft.com/office/drawing/2014/main" id="{4A52C6C0-C3B9-3D77-1D8A-0D15040DBCF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5366" name="Group 17">
            <a:extLst>
              <a:ext uri="{FF2B5EF4-FFF2-40B4-BE49-F238E27FC236}">
                <a16:creationId xmlns:a16="http://schemas.microsoft.com/office/drawing/2014/main" id="{74A418C0-BB32-3CCE-46E7-CAC39EC71CC3}"/>
              </a:ext>
            </a:extLst>
          </p:cNvPr>
          <p:cNvGrpSpPr>
            <a:grpSpLocks/>
          </p:cNvGrpSpPr>
          <p:nvPr/>
        </p:nvGrpSpPr>
        <p:grpSpPr bwMode="auto">
          <a:xfrm>
            <a:off x="977900" y="2647950"/>
            <a:ext cx="508000" cy="544513"/>
            <a:chOff x="0" y="0"/>
            <a:chExt cx="508157" cy="543804"/>
          </a:xfrm>
        </p:grpSpPr>
        <p:sp>
          <p:nvSpPr>
            <p:cNvPr id="15385" name="Freeform 18">
              <a:extLst>
                <a:ext uri="{FF2B5EF4-FFF2-40B4-BE49-F238E27FC236}">
                  <a16:creationId xmlns:a16="http://schemas.microsoft.com/office/drawing/2014/main" id="{09FFD9E6-1377-3FAC-5B76-FFBCD8AB6E2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6" name="TextBox 19">
              <a:extLst>
                <a:ext uri="{FF2B5EF4-FFF2-40B4-BE49-F238E27FC236}">
                  <a16:creationId xmlns:a16="http://schemas.microsoft.com/office/drawing/2014/main" id="{A52C6C9F-C6D1-00E1-E7A4-86FBF922433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5367" name="Group 20">
            <a:extLst>
              <a:ext uri="{FF2B5EF4-FFF2-40B4-BE49-F238E27FC236}">
                <a16:creationId xmlns:a16="http://schemas.microsoft.com/office/drawing/2014/main" id="{CA0AD687-395C-0FE6-3247-B167217E3505}"/>
              </a:ext>
            </a:extLst>
          </p:cNvPr>
          <p:cNvGrpSpPr>
            <a:grpSpLocks/>
          </p:cNvGrpSpPr>
          <p:nvPr/>
        </p:nvGrpSpPr>
        <p:grpSpPr bwMode="auto">
          <a:xfrm>
            <a:off x="977900" y="5318125"/>
            <a:ext cx="508000" cy="544513"/>
            <a:chOff x="0" y="0"/>
            <a:chExt cx="508157" cy="543804"/>
          </a:xfrm>
        </p:grpSpPr>
        <p:sp>
          <p:nvSpPr>
            <p:cNvPr id="15383" name="Freeform 21">
              <a:extLst>
                <a:ext uri="{FF2B5EF4-FFF2-40B4-BE49-F238E27FC236}">
                  <a16:creationId xmlns:a16="http://schemas.microsoft.com/office/drawing/2014/main" id="{76F9DC37-D1E9-A2A2-27D9-5052302C3BF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4" name="TextBox 22">
              <a:extLst>
                <a:ext uri="{FF2B5EF4-FFF2-40B4-BE49-F238E27FC236}">
                  <a16:creationId xmlns:a16="http://schemas.microsoft.com/office/drawing/2014/main" id="{273DA666-35C2-3BE2-BB81-DBE7AD904C0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5368" name="Group 23">
            <a:extLst>
              <a:ext uri="{FF2B5EF4-FFF2-40B4-BE49-F238E27FC236}">
                <a16:creationId xmlns:a16="http://schemas.microsoft.com/office/drawing/2014/main" id="{99983DCA-F082-3C08-DDC9-F1C69559AB1F}"/>
              </a:ext>
            </a:extLst>
          </p:cNvPr>
          <p:cNvGrpSpPr>
            <a:grpSpLocks/>
          </p:cNvGrpSpPr>
          <p:nvPr/>
        </p:nvGrpSpPr>
        <p:grpSpPr bwMode="auto">
          <a:xfrm>
            <a:off x="977900" y="4651375"/>
            <a:ext cx="508000" cy="542925"/>
            <a:chOff x="0" y="0"/>
            <a:chExt cx="508157" cy="543804"/>
          </a:xfrm>
        </p:grpSpPr>
        <p:sp>
          <p:nvSpPr>
            <p:cNvPr id="15381" name="Freeform 24">
              <a:extLst>
                <a:ext uri="{FF2B5EF4-FFF2-40B4-BE49-F238E27FC236}">
                  <a16:creationId xmlns:a16="http://schemas.microsoft.com/office/drawing/2014/main" id="{24A78244-0F15-0909-ED6A-CD826E403DB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2" name="TextBox 25">
              <a:extLst>
                <a:ext uri="{FF2B5EF4-FFF2-40B4-BE49-F238E27FC236}">
                  <a16:creationId xmlns:a16="http://schemas.microsoft.com/office/drawing/2014/main" id="{FB6FC651-5E7E-80F9-5169-EFB6D4135E42}"/>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5369" name="Group 26">
            <a:extLst>
              <a:ext uri="{FF2B5EF4-FFF2-40B4-BE49-F238E27FC236}">
                <a16:creationId xmlns:a16="http://schemas.microsoft.com/office/drawing/2014/main" id="{04385386-C2F0-1987-1C34-2E3A90610296}"/>
              </a:ext>
            </a:extLst>
          </p:cNvPr>
          <p:cNvGrpSpPr>
            <a:grpSpLocks/>
          </p:cNvGrpSpPr>
          <p:nvPr/>
        </p:nvGrpSpPr>
        <p:grpSpPr bwMode="auto">
          <a:xfrm>
            <a:off x="977900" y="5986463"/>
            <a:ext cx="508000" cy="542925"/>
            <a:chOff x="0" y="0"/>
            <a:chExt cx="508157" cy="543804"/>
          </a:xfrm>
        </p:grpSpPr>
        <p:sp>
          <p:nvSpPr>
            <p:cNvPr id="15379" name="Freeform 27">
              <a:extLst>
                <a:ext uri="{FF2B5EF4-FFF2-40B4-BE49-F238E27FC236}">
                  <a16:creationId xmlns:a16="http://schemas.microsoft.com/office/drawing/2014/main" id="{27365103-B269-1E0A-3F34-6A0C6272608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0" name="TextBox 28">
              <a:extLst>
                <a:ext uri="{FF2B5EF4-FFF2-40B4-BE49-F238E27FC236}">
                  <a16:creationId xmlns:a16="http://schemas.microsoft.com/office/drawing/2014/main" id="{D3549F67-965C-32A8-2772-39C3EB7DFAC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5370" name="Group 29">
            <a:extLst>
              <a:ext uri="{FF2B5EF4-FFF2-40B4-BE49-F238E27FC236}">
                <a16:creationId xmlns:a16="http://schemas.microsoft.com/office/drawing/2014/main" id="{4F4E9784-15B2-D884-A41F-37FD045C4424}"/>
              </a:ext>
            </a:extLst>
          </p:cNvPr>
          <p:cNvGrpSpPr>
            <a:grpSpLocks/>
          </p:cNvGrpSpPr>
          <p:nvPr/>
        </p:nvGrpSpPr>
        <p:grpSpPr bwMode="auto">
          <a:xfrm>
            <a:off x="977900" y="6653213"/>
            <a:ext cx="508000" cy="544512"/>
            <a:chOff x="0" y="0"/>
            <a:chExt cx="508157" cy="543804"/>
          </a:xfrm>
        </p:grpSpPr>
        <p:sp>
          <p:nvSpPr>
            <p:cNvPr id="15377" name="Freeform 30">
              <a:extLst>
                <a:ext uri="{FF2B5EF4-FFF2-40B4-BE49-F238E27FC236}">
                  <a16:creationId xmlns:a16="http://schemas.microsoft.com/office/drawing/2014/main" id="{44B232E5-06B7-CF3A-0CA9-6A9794E4E88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78" name="TextBox 31">
              <a:extLst>
                <a:ext uri="{FF2B5EF4-FFF2-40B4-BE49-F238E27FC236}">
                  <a16:creationId xmlns:a16="http://schemas.microsoft.com/office/drawing/2014/main" id="{860E47AA-A55C-E6C9-D177-8B976E063C1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sp>
        <p:nvSpPr>
          <p:cNvPr id="15371" name="Freeform 32">
            <a:extLst>
              <a:ext uri="{FF2B5EF4-FFF2-40B4-BE49-F238E27FC236}">
                <a16:creationId xmlns:a16="http://schemas.microsoft.com/office/drawing/2014/main" id="{CBA9296F-E754-AD98-0656-12AA1C5F2940}"/>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72" name="Freeform 45">
            <a:extLst>
              <a:ext uri="{FF2B5EF4-FFF2-40B4-BE49-F238E27FC236}">
                <a16:creationId xmlns:a16="http://schemas.microsoft.com/office/drawing/2014/main" id="{01DB1E89-2E5A-0C88-1B84-CA1CA150CDCE}"/>
              </a:ext>
            </a:extLst>
          </p:cNvPr>
          <p:cNvSpPr>
            <a:spLocks noChangeArrowheads="1"/>
          </p:cNvSpPr>
          <p:nvPr/>
        </p:nvSpPr>
        <p:spPr bwMode="auto">
          <a:xfrm>
            <a:off x="16786225" y="-354013"/>
            <a:ext cx="10995025" cy="10995026"/>
          </a:xfrm>
          <a:prstGeom prst="ellipse">
            <a:avLst/>
          </a:prstGeom>
          <a:noFill/>
          <a:ln w="619125"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73" name="TextBox 1">
            <a:extLst>
              <a:ext uri="{FF2B5EF4-FFF2-40B4-BE49-F238E27FC236}">
                <a16:creationId xmlns:a16="http://schemas.microsoft.com/office/drawing/2014/main" id="{109B335F-C835-7237-4E29-C48F14F0FB9C}"/>
              </a:ext>
            </a:extLst>
          </p:cNvPr>
          <p:cNvSpPr txBox="1">
            <a:spLocks noChangeArrowheads="1"/>
          </p:cNvSpPr>
          <p:nvPr/>
        </p:nvSpPr>
        <p:spPr bwMode="auto">
          <a:xfrm>
            <a:off x="236538" y="290513"/>
            <a:ext cx="178149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ADVANTAGES &amp; LIMITATIONS</a:t>
            </a:r>
          </a:p>
        </p:txBody>
      </p:sp>
      <p:sp>
        <p:nvSpPr>
          <p:cNvPr id="15374" name="TextBox 2">
            <a:extLst>
              <a:ext uri="{FF2B5EF4-FFF2-40B4-BE49-F238E27FC236}">
                <a16:creationId xmlns:a16="http://schemas.microsoft.com/office/drawing/2014/main" id="{806973A3-0AF6-DA73-EC58-A63653CE1185}"/>
              </a:ext>
            </a:extLst>
          </p:cNvPr>
          <p:cNvSpPr txBox="1">
            <a:spLocks noChangeArrowheads="1"/>
          </p:cNvSpPr>
          <p:nvPr/>
        </p:nvSpPr>
        <p:spPr bwMode="auto">
          <a:xfrm>
            <a:off x="2122488" y="2012950"/>
            <a:ext cx="7162800" cy="605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US" altLang="en-US" sz="3200" b="1">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Easy and </a:t>
            </a:r>
            <a:r>
              <a:rPr lang="en-US" altLang="en-US" sz="3200" b="1">
                <a:latin typeface="Times New Roman" panose="02020603050405020304" pitchFamily="18" charset="0"/>
                <a:cs typeface="Times New Roman" panose="02020603050405020304" pitchFamily="18" charset="0"/>
              </a:rPr>
              <a:t>quick online ticket booking</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Provides </a:t>
            </a:r>
            <a:r>
              <a:rPr lang="en-US" altLang="en-US" sz="3200" b="1">
                <a:latin typeface="Times New Roman" panose="02020603050405020304" pitchFamily="18" charset="0"/>
                <a:cs typeface="Times New Roman" panose="02020603050405020304" pitchFamily="18" charset="0"/>
              </a:rPr>
              <a:t>real-time ticket availability</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Prevents </a:t>
            </a:r>
            <a:r>
              <a:rPr lang="en-US" altLang="en-US" sz="3200" b="1">
                <a:latin typeface="Times New Roman" panose="02020603050405020304" pitchFamily="18" charset="0"/>
                <a:cs typeface="Times New Roman" panose="02020603050405020304" pitchFamily="18" charset="0"/>
              </a:rPr>
              <a:t>overbooking errors</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Ensures </a:t>
            </a:r>
            <a:r>
              <a:rPr lang="en-US" altLang="en-US" sz="3200" b="1">
                <a:latin typeface="Times New Roman" panose="02020603050405020304" pitchFamily="18" charset="0"/>
                <a:cs typeface="Times New Roman" panose="02020603050405020304" pitchFamily="18" charset="0"/>
              </a:rPr>
              <a:t>accurate data through validation</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User-friendly and simple interface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Reduces </a:t>
            </a:r>
            <a:r>
              <a:rPr lang="en-US" altLang="en-US" sz="3200" b="1">
                <a:latin typeface="Times New Roman" panose="02020603050405020304" pitchFamily="18" charset="0"/>
                <a:cs typeface="Times New Roman" panose="02020603050405020304" pitchFamily="18" charset="0"/>
              </a:rPr>
              <a:t>manual work and paperwork</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Instant </a:t>
            </a:r>
            <a:r>
              <a:rPr lang="en-US" altLang="en-US" sz="3200" b="1">
                <a:latin typeface="Times New Roman" panose="02020603050405020304" pitchFamily="18" charset="0"/>
                <a:cs typeface="Times New Roman" panose="02020603050405020304" pitchFamily="18" charset="0"/>
              </a:rPr>
              <a:t>booking confirmation</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Can be accessed from </a:t>
            </a:r>
            <a:r>
              <a:rPr lang="en-US" altLang="en-US" sz="3200" b="1">
                <a:latin typeface="Times New Roman" panose="02020603050405020304" pitchFamily="18" charset="0"/>
                <a:cs typeface="Times New Roman" panose="02020603050405020304" pitchFamily="18" charset="0"/>
              </a:rPr>
              <a:t>any device with a browser</a:t>
            </a:r>
            <a:endParaRPr lang="en-US" altLang="en-US" sz="3200">
              <a:latin typeface="Times New Roman" panose="02020603050405020304" pitchFamily="18" charset="0"/>
              <a:cs typeface="Times New Roman" panose="02020603050405020304" pitchFamily="18" charset="0"/>
            </a:endParaRPr>
          </a:p>
          <a:p>
            <a:pPr eaLnBrk="1">
              <a:lnSpc>
                <a:spcPct val="122000"/>
              </a:lnSpc>
            </a:pPr>
            <a:endParaRPr lang="en-US" altLang="en-US" sz="3200" b="1">
              <a:latin typeface="Times New Roman" panose="02020603050405020304" pitchFamily="18" charset="0"/>
              <a:cs typeface="Times New Roman" panose="02020603050405020304" pitchFamily="18" charset="0"/>
              <a:sym typeface="Helvetica" panose="020B0604020202020204" pitchFamily="34" charset="0"/>
            </a:endParaRPr>
          </a:p>
        </p:txBody>
      </p:sp>
      <p:sp>
        <p:nvSpPr>
          <p:cNvPr id="553" name="TextBox 3">
            <a:extLst>
              <a:ext uri="{FF2B5EF4-FFF2-40B4-BE49-F238E27FC236}">
                <a16:creationId xmlns:a16="http://schemas.microsoft.com/office/drawing/2014/main" id="{27DD2A3F-4530-2008-7C9B-A769C7C6E622}"/>
              </a:ext>
            </a:extLst>
          </p:cNvPr>
          <p:cNvSpPr txBox="1"/>
          <p:nvPr/>
        </p:nvSpPr>
        <p:spPr>
          <a:xfrm>
            <a:off x="2079625" y="5791200"/>
            <a:ext cx="14746288" cy="449263"/>
          </a:xfrm>
          <a:prstGeom prst="rect">
            <a:avLst/>
          </a:prstGeom>
          <a:ln w="12700">
            <a:miter lim="400000"/>
          </a:ln>
        </p:spPr>
        <p:txBody>
          <a:bodyPr lIns="45719" rIns="45719">
            <a:spAutoFit/>
          </a:bodyPr>
          <a:lstStyle/>
          <a:p>
            <a:pPr defTabSz="12700" eaLnBrk="1" fontAlgn="auto">
              <a:lnSpc>
                <a:spcPct val="121666"/>
              </a:lnSpc>
              <a:spcBef>
                <a:spcPts val="0"/>
              </a:spcBef>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endParaRPr sz="2100" b="1" kern="0" dirty="0">
              <a:latin typeface="+mn-lt"/>
              <a:cs typeface="+mn-cs"/>
              <a:sym typeface="Helvetica"/>
            </a:endParaRPr>
          </a:p>
        </p:txBody>
      </p:sp>
      <p:sp>
        <p:nvSpPr>
          <p:cNvPr id="4" name="TextBox 3">
            <a:extLst>
              <a:ext uri="{FF2B5EF4-FFF2-40B4-BE49-F238E27FC236}">
                <a16:creationId xmlns:a16="http://schemas.microsoft.com/office/drawing/2014/main" id="{762700CB-0CB0-B430-154B-4B5A12B7FD0A}"/>
              </a:ext>
            </a:extLst>
          </p:cNvPr>
          <p:cNvSpPr txBox="1"/>
          <p:nvPr/>
        </p:nvSpPr>
        <p:spPr>
          <a:xfrm>
            <a:off x="9831933" y="2142997"/>
            <a:ext cx="7162800" cy="50167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45719" tIns="45719" rIns="45719" bIns="45719" spcCol="38100">
            <a:spAutoFit/>
          </a:bodyPr>
          <a:lstStyle/>
          <a:p>
            <a:pPr>
              <a:defRPr/>
            </a:pPr>
            <a:r>
              <a:rPr lang="en-US" sz="3200" b="1" dirty="0">
                <a:latin typeface="Times New Roman" panose="02020603050405020304" pitchFamily="18" charset="0"/>
                <a:cs typeface="Times New Roman" panose="02020603050405020304" pitchFamily="18" charset="0"/>
              </a:rPr>
              <a:t>Limitations</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Works only with </a:t>
            </a:r>
            <a:r>
              <a:rPr lang="en-US" sz="3200" b="1" dirty="0">
                <a:latin typeface="Times New Roman" panose="02020603050405020304" pitchFamily="18" charset="0"/>
                <a:cs typeface="Times New Roman" panose="02020603050405020304" pitchFamily="18" charset="0"/>
              </a:rPr>
              <a:t>internet connectivity</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Limited to </a:t>
            </a:r>
            <a:r>
              <a:rPr lang="en-US" sz="3200" b="1" dirty="0">
                <a:latin typeface="Times New Roman" panose="02020603050405020304" pitchFamily="18" charset="0"/>
                <a:cs typeface="Times New Roman" panose="02020603050405020304" pitchFamily="18" charset="0"/>
              </a:rPr>
              <a:t>internal department events</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No advanced features like </a:t>
            </a:r>
            <a:r>
              <a:rPr lang="en-US" sz="3200" b="1" dirty="0">
                <a:latin typeface="Times New Roman" panose="02020603050405020304" pitchFamily="18" charset="0"/>
                <a:cs typeface="Times New Roman" panose="02020603050405020304" pitchFamily="18" charset="0"/>
              </a:rPr>
              <a:t>online payment integration</a:t>
            </a:r>
            <a:r>
              <a:rPr lang="en-US" sz="3200" dirty="0">
                <a:latin typeface="Times New Roman" panose="02020603050405020304" pitchFamily="18" charset="0"/>
                <a:cs typeface="Times New Roman" panose="02020603050405020304" pitchFamily="18" charset="0"/>
              </a:rPr>
              <a:t> (if not implemented)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Data storage may be </a:t>
            </a:r>
            <a:r>
              <a:rPr lang="en-US" sz="3200" b="1" dirty="0">
                <a:latin typeface="Times New Roman" panose="02020603050405020304" pitchFamily="18" charset="0"/>
                <a:cs typeface="Times New Roman" panose="02020603050405020304" pitchFamily="18" charset="0"/>
              </a:rPr>
              <a:t>temporary (no backend/database)</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Limited scalability for </a:t>
            </a:r>
            <a:r>
              <a:rPr lang="en-US" sz="3200" b="1" dirty="0">
                <a:latin typeface="Times New Roman" panose="02020603050405020304" pitchFamily="18" charset="0"/>
                <a:cs typeface="Times New Roman" panose="02020603050405020304" pitchFamily="18" charset="0"/>
              </a:rPr>
              <a:t>large-scale events</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Basic UI (if only simple CSS is used)</a:t>
            </a:r>
          </a:p>
          <a:p>
            <a:pPr fontAlgn="auto">
              <a:spcBef>
                <a:spcPts val="0"/>
              </a:spcBef>
              <a:spcAft>
                <a:spcPts val="0"/>
              </a:spcAft>
              <a:defRPr/>
            </a:pPr>
            <a:endParaRPr lang="en-ID" sz="320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6386" name="Freeform 32">
            <a:extLst>
              <a:ext uri="{FF2B5EF4-FFF2-40B4-BE49-F238E27FC236}">
                <a16:creationId xmlns:a16="http://schemas.microsoft.com/office/drawing/2014/main" id="{8634D17B-D9DA-FCD7-5660-385CA2E7A331}"/>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6387" name="TextBox 43">
            <a:extLst>
              <a:ext uri="{FF2B5EF4-FFF2-40B4-BE49-F238E27FC236}">
                <a16:creationId xmlns:a16="http://schemas.microsoft.com/office/drawing/2014/main" id="{C1EF0CBA-A3C0-8FDF-DBB5-EA38ABC0B303}"/>
              </a:ext>
            </a:extLst>
          </p:cNvPr>
          <p:cNvSpPr txBox="1">
            <a:spLocks noChangeArrowheads="1"/>
          </p:cNvSpPr>
          <p:nvPr/>
        </p:nvSpPr>
        <p:spPr bwMode="auto">
          <a:xfrm>
            <a:off x="3200400" y="4486275"/>
            <a:ext cx="11160125"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10100"/>
              </a:lnSpc>
            </a:pPr>
            <a:r>
              <a:rPr lang="en-US" altLang="en-US" sz="11100" b="1" i="1">
                <a:solidFill>
                  <a:srgbClr val="191919"/>
                </a:solidFill>
                <a:latin typeface="Gotham Bold Italics"/>
                <a:ea typeface="Gotham Bold Italics"/>
                <a:cs typeface="Gotham Bold Italics"/>
                <a:sym typeface="Gotham Bold Italics"/>
              </a:rPr>
              <a:t>Thank you</a:t>
            </a:r>
          </a:p>
        </p:txBody>
      </p:sp>
      <p:sp>
        <p:nvSpPr>
          <p:cNvPr id="16388" name="Freeform 45">
            <a:extLst>
              <a:ext uri="{FF2B5EF4-FFF2-40B4-BE49-F238E27FC236}">
                <a16:creationId xmlns:a16="http://schemas.microsoft.com/office/drawing/2014/main" id="{6024FACA-8673-6FD8-6354-A2D2A86BE4C8}"/>
              </a:ext>
            </a:extLst>
          </p:cNvPr>
          <p:cNvSpPr>
            <a:spLocks noChangeArrowheads="1"/>
          </p:cNvSpPr>
          <p:nvPr/>
        </p:nvSpPr>
        <p:spPr bwMode="auto">
          <a:xfrm>
            <a:off x="16786225" y="-354013"/>
            <a:ext cx="10995025" cy="10995026"/>
          </a:xfrm>
          <a:prstGeom prst="ellipse">
            <a:avLst/>
          </a:prstGeom>
          <a:noFill/>
          <a:ln w="619125"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82</TotalTime>
  <Words>1075</Words>
  <Application>Microsoft Office PowerPoint</Application>
  <PresentationFormat>Custom</PresentationFormat>
  <Paragraphs>218</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Calibri</vt:lpstr>
      <vt:lpstr>Helvetica</vt:lpstr>
      <vt:lpstr>Arial</vt:lpstr>
      <vt:lpstr>Cambria</vt:lpstr>
      <vt:lpstr>Bookman Old Style</vt:lpstr>
      <vt:lpstr>Times New Roman</vt:lpstr>
      <vt:lpstr>Gotham</vt:lpstr>
      <vt:lpstr>Carlito</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marothu Ravi sankar</dc:creator>
  <cp:lastModifiedBy>VENU TEJA</cp:lastModifiedBy>
  <cp:revision>12</cp:revision>
  <dcterms:modified xsi:type="dcterms:W3CDTF">2026-05-05T18:00:41Z</dcterms:modified>
</cp:coreProperties>
</file>