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2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AC74C6-E3F3-4267-B7BC-EBF463580627}">
          <p14:sldIdLst>
            <p14:sldId id="256"/>
            <p14:sldId id="257"/>
            <p14:sldId id="258"/>
            <p14:sldId id="259"/>
            <p14:sldId id="260"/>
            <p14:sldId id="261"/>
            <p14:sldId id="271"/>
            <p14:sldId id="262"/>
            <p14:sldId id="263"/>
            <p14:sldId id="264"/>
            <p14:sldId id="266"/>
            <p14:sldId id="269"/>
            <p14:sldId id="267"/>
            <p14:sldId id="268"/>
            <p14:sldId id="272"/>
            <p14:sldId id="270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9EACE-7CAD-4D22-83B3-CE41374D6D02}" v="817" dt="2026-03-22T15:42:1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02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U TEJA" userId="e52e64704246bebb" providerId="Windows Live" clId="Web-{C999EACE-7CAD-4D22-83B3-CE41374D6D02}"/>
    <pc:docChg chg="modSld">
      <pc:chgData name="VENU TEJA" userId="e52e64704246bebb" providerId="Windows Live" clId="Web-{C999EACE-7CAD-4D22-83B3-CE41374D6D02}" dt="2026-03-22T15:42:11.065" v="523" actId="20577"/>
      <pc:docMkLst>
        <pc:docMk/>
      </pc:docMkLst>
      <pc:sldChg chg="modSp">
        <pc:chgData name="VENU TEJA" userId="e52e64704246bebb" providerId="Windows Live" clId="Web-{C999EACE-7CAD-4D22-83B3-CE41374D6D02}" dt="2026-03-22T15:42:11.065" v="523" actId="20577"/>
        <pc:sldMkLst>
          <pc:docMk/>
          <pc:sldMk cId="0" sldId="256"/>
        </pc:sldMkLst>
        <pc:spChg chg="mod">
          <ac:chgData name="VENU TEJA" userId="e52e64704246bebb" providerId="Windows Live" clId="Web-{C999EACE-7CAD-4D22-83B3-CE41374D6D02}" dt="2026-03-22T15:41:57.846" v="522" actId="20577"/>
          <ac:spMkLst>
            <pc:docMk/>
            <pc:sldMk cId="0" sldId="256"/>
            <ac:spMk id="13" creationId="{7FFE0DA2-4723-7C13-5FD7-FC99B0394DDD}"/>
          </ac:spMkLst>
        </pc:spChg>
        <pc:spChg chg="mod">
          <ac:chgData name="VENU TEJA" userId="e52e64704246bebb" providerId="Windows Live" clId="Web-{C999EACE-7CAD-4D22-83B3-CE41374D6D02}" dt="2026-03-22T15:42:11.065" v="523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VENU TEJA" userId="e52e64704246bebb" providerId="Windows Live" clId="Web-{C999EACE-7CAD-4D22-83B3-CE41374D6D02}" dt="2026-03-22T14:44:08.863" v="11" actId="20577"/>
          <ac:spMkLst>
            <pc:docMk/>
            <pc:sldMk cId="0" sldId="256"/>
            <ac:spMk id="16" creationId="{A7AA51DE-E8D7-A1B4-BC0D-B25C8A0C467A}"/>
          </ac:spMkLst>
        </pc:spChg>
      </pc:sldChg>
      <pc:sldChg chg="modSp">
        <pc:chgData name="VENU TEJA" userId="e52e64704246bebb" providerId="Windows Live" clId="Web-{C999EACE-7CAD-4D22-83B3-CE41374D6D02}" dt="2026-03-22T14:53:51.536" v="133" actId="20577"/>
        <pc:sldMkLst>
          <pc:docMk/>
          <pc:sldMk cId="0" sldId="257"/>
        </pc:sldMkLst>
        <pc:spChg chg="mod">
          <ac:chgData name="VENU TEJA" userId="e52e64704246bebb" providerId="Windows Live" clId="Web-{C999EACE-7CAD-4D22-83B3-CE41374D6D02}" dt="2026-03-22T14:53:51.536" v="133" actId="20577"/>
          <ac:spMkLst>
            <pc:docMk/>
            <pc:sldMk cId="0" sldId="257"/>
            <ac:spMk id="3" creationId="{837E9E58-77B6-079D-9D0D-E380CADAD23D}"/>
          </ac:spMkLst>
        </pc:spChg>
      </pc:sldChg>
      <pc:sldChg chg="modSp">
        <pc:chgData name="VENU TEJA" userId="e52e64704246bebb" providerId="Windows Live" clId="Web-{C999EACE-7CAD-4D22-83B3-CE41374D6D02}" dt="2026-03-22T14:53:29.130" v="132" actId="20577"/>
        <pc:sldMkLst>
          <pc:docMk/>
          <pc:sldMk cId="0" sldId="258"/>
        </pc:sldMkLst>
        <pc:spChg chg="mod">
          <ac:chgData name="VENU TEJA" userId="e52e64704246bebb" providerId="Windows Live" clId="Web-{C999EACE-7CAD-4D22-83B3-CE41374D6D02}" dt="2026-03-22T14:53:29.130" v="132" actId="20577"/>
          <ac:spMkLst>
            <pc:docMk/>
            <pc:sldMk cId="0" sldId="258"/>
            <ac:spMk id="48" creationId="{BDE2941C-1504-53F9-99B2-48002CA9A345}"/>
          </ac:spMkLst>
        </pc:spChg>
      </pc:sldChg>
      <pc:sldChg chg="modSp">
        <pc:chgData name="VENU TEJA" userId="e52e64704246bebb" providerId="Windows Live" clId="Web-{C999EACE-7CAD-4D22-83B3-CE41374D6D02}" dt="2026-03-22T14:56:52.459" v="159" actId="20577"/>
        <pc:sldMkLst>
          <pc:docMk/>
          <pc:sldMk cId="0" sldId="259"/>
        </pc:sldMkLst>
        <pc:spChg chg="mod">
          <ac:chgData name="VENU TEJA" userId="e52e64704246bebb" providerId="Windows Live" clId="Web-{C999EACE-7CAD-4D22-83B3-CE41374D6D02}" dt="2026-03-22T14:56:52.459" v="159" actId="20577"/>
          <ac:spMkLst>
            <pc:docMk/>
            <pc:sldMk cId="0" sldId="259"/>
            <ac:spMk id="6" creationId="{08BB4351-DF55-969A-0149-15E9F68A8028}"/>
          </ac:spMkLst>
        </pc:spChg>
      </pc:sldChg>
      <pc:sldChg chg="modSp">
        <pc:chgData name="VENU TEJA" userId="e52e64704246bebb" providerId="Windows Live" clId="Web-{C999EACE-7CAD-4D22-83B3-CE41374D6D02}" dt="2026-03-22T15:01:39.453" v="199" actId="1076"/>
        <pc:sldMkLst>
          <pc:docMk/>
          <pc:sldMk cId="0" sldId="260"/>
        </pc:sldMkLst>
        <pc:spChg chg="mod">
          <ac:chgData name="VENU TEJA" userId="e52e64704246bebb" providerId="Windows Live" clId="Web-{C999EACE-7CAD-4D22-83B3-CE41374D6D02}" dt="2026-03-22T15:01:39.453" v="199" actId="1076"/>
          <ac:spMkLst>
            <pc:docMk/>
            <pc:sldMk cId="0" sldId="260"/>
            <ac:spMk id="2" creationId="{08211A63-3042-5C7E-06CF-8BCDA2E47141}"/>
          </ac:spMkLst>
        </pc:spChg>
      </pc:sldChg>
      <pc:sldChg chg="addSp delSp modSp">
        <pc:chgData name="VENU TEJA" userId="e52e64704246bebb" providerId="Windows Live" clId="Web-{C999EACE-7CAD-4D22-83B3-CE41374D6D02}" dt="2026-03-22T15:05:34.299" v="212" actId="14100"/>
        <pc:sldMkLst>
          <pc:docMk/>
          <pc:sldMk cId="0" sldId="261"/>
        </pc:sldMkLst>
        <pc:picChg chg="add del mod">
          <ac:chgData name="VENU TEJA" userId="e52e64704246bebb" providerId="Windows Live" clId="Web-{C999EACE-7CAD-4D22-83B3-CE41374D6D02}" dt="2026-03-22T15:05:34.299" v="212" actId="14100"/>
          <ac:picMkLst>
            <pc:docMk/>
            <pc:sldMk cId="0" sldId="261"/>
            <ac:picMk id="2" creationId="{DECAA948-188C-5772-B99C-654D4EFB9631}"/>
          </ac:picMkLst>
        </pc:picChg>
        <pc:picChg chg="add del">
          <ac:chgData name="VENU TEJA" userId="e52e64704246bebb" providerId="Windows Live" clId="Web-{C999EACE-7CAD-4D22-83B3-CE41374D6D02}" dt="2026-03-22T15:05:16.736" v="206"/>
          <ac:picMkLst>
            <pc:docMk/>
            <pc:sldMk cId="0" sldId="261"/>
            <ac:picMk id="4" creationId="{DC9542CA-42AF-AB11-1264-5C24DAD448B9}"/>
          </ac:picMkLst>
        </pc:picChg>
      </pc:sldChg>
      <pc:sldChg chg="modSp">
        <pc:chgData name="VENU TEJA" userId="e52e64704246bebb" providerId="Windows Live" clId="Web-{C999EACE-7CAD-4D22-83B3-CE41374D6D02}" dt="2026-03-22T15:12:29.056" v="247" actId="14100"/>
        <pc:sldMkLst>
          <pc:docMk/>
          <pc:sldMk cId="0" sldId="262"/>
        </pc:sldMkLst>
        <pc:picChg chg="mod">
          <ac:chgData name="VENU TEJA" userId="e52e64704246bebb" providerId="Windows Live" clId="Web-{C999EACE-7CAD-4D22-83B3-CE41374D6D02}" dt="2026-03-22T15:12:29.056" v="247" actId="14100"/>
          <ac:picMkLst>
            <pc:docMk/>
            <pc:sldMk cId="0" sldId="262"/>
            <ac:picMk id="4" creationId="{7D6471C6-F2F0-4081-B4E4-E3B9066306A6}"/>
          </ac:picMkLst>
        </pc:picChg>
      </pc:sldChg>
      <pc:sldChg chg="modSp">
        <pc:chgData name="VENU TEJA" userId="e52e64704246bebb" providerId="Windows Live" clId="Web-{C999EACE-7CAD-4D22-83B3-CE41374D6D02}" dt="2026-03-22T15:15:22.807" v="258" actId="20577"/>
        <pc:sldMkLst>
          <pc:docMk/>
          <pc:sldMk cId="0" sldId="263"/>
        </pc:sldMkLst>
        <pc:spChg chg="mod">
          <ac:chgData name="VENU TEJA" userId="e52e64704246bebb" providerId="Windows Live" clId="Web-{C999EACE-7CAD-4D22-83B3-CE41374D6D02}" dt="2026-03-22T15:15:22.807" v="258" actId="20577"/>
          <ac:spMkLst>
            <pc:docMk/>
            <pc:sldMk cId="0" sldId="263"/>
            <ac:spMk id="48" creationId="{26E9F5F9-CCF8-6F05-4C01-034C88D7529E}"/>
          </ac:spMkLst>
        </pc:spChg>
      </pc:sldChg>
      <pc:sldChg chg="modSp">
        <pc:chgData name="VENU TEJA" userId="e52e64704246bebb" providerId="Windows Live" clId="Web-{C999EACE-7CAD-4D22-83B3-CE41374D6D02}" dt="2026-03-22T15:18:29.665" v="275" actId="20577"/>
        <pc:sldMkLst>
          <pc:docMk/>
          <pc:sldMk cId="0" sldId="264"/>
        </pc:sldMkLst>
        <pc:spChg chg="mod">
          <ac:chgData name="VENU TEJA" userId="e52e64704246bebb" providerId="Windows Live" clId="Web-{C999EACE-7CAD-4D22-83B3-CE41374D6D02}" dt="2026-03-22T15:18:29.665" v="275" actId="20577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">
        <pc:chgData name="VENU TEJA" userId="e52e64704246bebb" providerId="Windows Live" clId="Web-{C999EACE-7CAD-4D22-83B3-CE41374D6D02}" dt="2026-03-22T15:23:09.547" v="330"/>
        <pc:sldMkLst>
          <pc:docMk/>
          <pc:sldMk cId="1998101144" sldId="266"/>
        </pc:sldMkLst>
        <pc:spChg chg="mod">
          <ac:chgData name="VENU TEJA" userId="e52e64704246bebb" providerId="Windows Live" clId="Web-{C999EACE-7CAD-4D22-83B3-CE41374D6D02}" dt="2026-03-22T15:22:59.715" v="329" actId="20577"/>
          <ac:spMkLst>
            <pc:docMk/>
            <pc:sldMk cId="1998101144" sldId="266"/>
            <ac:spMk id="5" creationId="{53B01BE0-398E-4098-2E3D-5970D23A552F}"/>
          </ac:spMkLst>
        </pc:spChg>
        <pc:picChg chg="add del mod">
          <ac:chgData name="VENU TEJA" userId="e52e64704246bebb" providerId="Windows Live" clId="Web-{C999EACE-7CAD-4D22-83B3-CE41374D6D02}" dt="2026-03-22T15:22:01.340" v="277"/>
          <ac:picMkLst>
            <pc:docMk/>
            <pc:sldMk cId="1998101144" sldId="266"/>
            <ac:picMk id="2" creationId="{CC4F7104-84A0-5E5D-78AB-44FD28397F3E}"/>
          </ac:picMkLst>
        </pc:picChg>
        <pc:picChg chg="mod">
          <ac:chgData name="VENU TEJA" userId="e52e64704246bebb" providerId="Windows Live" clId="Web-{C999EACE-7CAD-4D22-83B3-CE41374D6D02}" dt="2026-03-22T15:23:09.547" v="330"/>
          <ac:picMkLst>
            <pc:docMk/>
            <pc:sldMk cId="1998101144" sldId="266"/>
            <ac:picMk id="4" creationId="{889E3A51-DF6D-439B-98C9-377855E79104}"/>
          </ac:picMkLst>
        </pc:picChg>
      </pc:sldChg>
      <pc:sldChg chg="delSp modSp">
        <pc:chgData name="VENU TEJA" userId="e52e64704246bebb" providerId="Windows Live" clId="Web-{C999EACE-7CAD-4D22-83B3-CE41374D6D02}" dt="2026-03-22T15:30:30.868" v="372" actId="14100"/>
        <pc:sldMkLst>
          <pc:docMk/>
          <pc:sldMk cId="47544820" sldId="267"/>
        </pc:sldMkLst>
        <pc:spChg chg="mod">
          <ac:chgData name="VENU TEJA" userId="e52e64704246bebb" providerId="Windows Live" clId="Web-{C999EACE-7CAD-4D22-83B3-CE41374D6D02}" dt="2026-03-22T15:30:07.568" v="368" actId="1076"/>
          <ac:spMkLst>
            <pc:docMk/>
            <pc:sldMk cId="47544820" sldId="267"/>
            <ac:spMk id="3" creationId="{F4692D6A-006E-4361-CFD6-367F1FD0A631}"/>
          </ac:spMkLst>
        </pc:spChg>
        <pc:spChg chg="del">
          <ac:chgData name="VENU TEJA" userId="e52e64704246bebb" providerId="Windows Live" clId="Web-{C999EACE-7CAD-4D22-83B3-CE41374D6D02}" dt="2026-03-22T15:30:22.554" v="370"/>
          <ac:spMkLst>
            <pc:docMk/>
            <pc:sldMk cId="47544820" sldId="267"/>
            <ac:spMk id="44" creationId="{6C0EA81E-D408-1A06-6895-1BF3CA09E497}"/>
          </ac:spMkLst>
        </pc:spChg>
        <pc:picChg chg="mod">
          <ac:chgData name="VENU TEJA" userId="e52e64704246bebb" providerId="Windows Live" clId="Web-{C999EACE-7CAD-4D22-83B3-CE41374D6D02}" dt="2026-03-22T15:30:30.868" v="372" actId="14100"/>
          <ac:picMkLst>
            <pc:docMk/>
            <pc:sldMk cId="47544820" sldId="267"/>
            <ac:picMk id="4" creationId="{6ABDEBF1-670D-EA3D-61CA-07CD4C3814EA}"/>
          </ac:picMkLst>
        </pc:picChg>
      </pc:sldChg>
      <pc:sldChg chg="modSp">
        <pc:chgData name="VENU TEJA" userId="e52e64704246bebb" providerId="Windows Live" clId="Web-{C999EACE-7CAD-4D22-83B3-CE41374D6D02}" dt="2026-03-22T15:34:35.773" v="443" actId="14100"/>
        <pc:sldMkLst>
          <pc:docMk/>
          <pc:sldMk cId="84889951" sldId="268"/>
        </pc:sldMkLst>
        <pc:spChg chg="mod">
          <ac:chgData name="VENU TEJA" userId="e52e64704246bebb" providerId="Windows Live" clId="Web-{C999EACE-7CAD-4D22-83B3-CE41374D6D02}" dt="2026-03-22T15:34:13.256" v="438" actId="20577"/>
          <ac:spMkLst>
            <pc:docMk/>
            <pc:sldMk cId="84889951" sldId="268"/>
            <ac:spMk id="5" creationId="{E61BA82A-F8BE-CC66-BC20-4D7C3D0E03CF}"/>
          </ac:spMkLst>
        </pc:spChg>
        <pc:picChg chg="mod">
          <ac:chgData name="VENU TEJA" userId="e52e64704246bebb" providerId="Windows Live" clId="Web-{C999EACE-7CAD-4D22-83B3-CE41374D6D02}" dt="2026-03-22T15:34:35.773" v="443" actId="14100"/>
          <ac:picMkLst>
            <pc:docMk/>
            <pc:sldMk cId="84889951" sldId="268"/>
            <ac:picMk id="4" creationId="{3022D2FE-A632-A5BE-01E7-F0D6AE0A4ADA}"/>
          </ac:picMkLst>
        </pc:picChg>
      </pc:sldChg>
      <pc:sldChg chg="modSp">
        <pc:chgData name="VENU TEJA" userId="e52e64704246bebb" providerId="Windows Live" clId="Web-{C999EACE-7CAD-4D22-83B3-CE41374D6D02}" dt="2026-03-22T15:41:15.174" v="521" actId="20577"/>
        <pc:sldMkLst>
          <pc:docMk/>
          <pc:sldMk cId="3981187392" sldId="269"/>
        </pc:sldMkLst>
        <pc:spChg chg="mod">
          <ac:chgData name="VENU TEJA" userId="e52e64704246bebb" providerId="Windows Live" clId="Web-{C999EACE-7CAD-4D22-83B3-CE41374D6D02}" dt="2026-03-22T15:41:08.674" v="518" actId="20577"/>
          <ac:spMkLst>
            <pc:docMk/>
            <pc:sldMk cId="3981187392" sldId="269"/>
            <ac:spMk id="8" creationId="{C43B1E5B-104E-DCD5-F042-8DABFE8225A3}"/>
          </ac:spMkLst>
        </pc:spChg>
        <pc:spChg chg="mod">
          <ac:chgData name="VENU TEJA" userId="e52e64704246bebb" providerId="Windows Live" clId="Web-{C999EACE-7CAD-4D22-83B3-CE41374D6D02}" dt="2026-03-22T15:41:15.174" v="521" actId="20577"/>
          <ac:spMkLst>
            <pc:docMk/>
            <pc:sldMk cId="3981187392" sldId="269"/>
            <ac:spMk id="9" creationId="{846A8601-B4CB-7C78-2833-947EEC356CD7}"/>
          </ac:spMkLst>
        </pc:spChg>
        <pc:spChg chg="mod">
          <ac:chgData name="VENU TEJA" userId="e52e64704246bebb" providerId="Windows Live" clId="Web-{C999EACE-7CAD-4D22-83B3-CE41374D6D02}" dt="2026-03-22T15:24:48.975" v="338" actId="20577"/>
          <ac:spMkLst>
            <pc:docMk/>
            <pc:sldMk cId="3981187392" sldId="269"/>
            <ac:spMk id="45" creationId="{C45F656E-46C9-AEA4-483D-58FFE539D1A1}"/>
          </ac:spMkLst>
        </pc:spChg>
        <pc:grpChg chg="mod">
          <ac:chgData name="VENU TEJA" userId="e52e64704246bebb" providerId="Windows Live" clId="Web-{C999EACE-7CAD-4D22-83B3-CE41374D6D02}" dt="2026-03-22T15:26:41.054" v="343" actId="1076"/>
          <ac:grpSpMkLst>
            <pc:docMk/>
            <pc:sldMk cId="3981187392" sldId="269"/>
            <ac:grpSpMk id="35" creationId="{A36A5C58-00A3-2FE9-36E4-D92AAF44A0F5}"/>
          </ac:grpSpMkLst>
        </pc:grpChg>
        <pc:picChg chg="mod">
          <ac:chgData name="VENU TEJA" userId="e52e64704246bebb" providerId="Windows Live" clId="Web-{C999EACE-7CAD-4D22-83B3-CE41374D6D02}" dt="2026-03-22T15:27:47.821" v="353" actId="1076"/>
          <ac:picMkLst>
            <pc:docMk/>
            <pc:sldMk cId="3981187392" sldId="269"/>
            <ac:picMk id="3" creationId="{BC88B595-A7B0-5D2B-C753-C7437A0F635C}"/>
          </ac:picMkLst>
        </pc:picChg>
      </pc:sldChg>
      <pc:sldChg chg="modSp">
        <pc:chgData name="VENU TEJA" userId="e52e64704246bebb" providerId="Windows Live" clId="Web-{C999EACE-7CAD-4D22-83B3-CE41374D6D02}" dt="2026-03-22T15:40:37.392" v="515" actId="20577"/>
        <pc:sldMkLst>
          <pc:docMk/>
          <pc:sldMk cId="1838976791" sldId="270"/>
        </pc:sldMkLst>
        <pc:spChg chg="mod">
          <ac:chgData name="VENU TEJA" userId="e52e64704246bebb" providerId="Windows Live" clId="Web-{C999EACE-7CAD-4D22-83B3-CE41374D6D02}" dt="2026-03-22T15:40:37.392" v="515" actId="20577"/>
          <ac:spMkLst>
            <pc:docMk/>
            <pc:sldMk cId="1838976791" sldId="270"/>
            <ac:spMk id="34" creationId="{BC8F243A-D47C-80B5-057A-CD0D2AFE8E60}"/>
          </ac:spMkLst>
        </pc:spChg>
      </pc:sldChg>
      <pc:sldChg chg="modSp">
        <pc:chgData name="VENU TEJA" userId="e52e64704246bebb" providerId="Windows Live" clId="Web-{C999EACE-7CAD-4D22-83B3-CE41374D6D02}" dt="2026-03-22T15:08:28.961" v="238" actId="20577"/>
        <pc:sldMkLst>
          <pc:docMk/>
          <pc:sldMk cId="2308849529" sldId="271"/>
        </pc:sldMkLst>
        <pc:spChg chg="mod">
          <ac:chgData name="VENU TEJA" userId="e52e64704246bebb" providerId="Windows Live" clId="Web-{C999EACE-7CAD-4D22-83B3-CE41374D6D02}" dt="2026-03-22T15:08:28.961" v="238" actId="20577"/>
          <ac:spMkLst>
            <pc:docMk/>
            <pc:sldMk cId="2308849529" sldId="271"/>
            <ac:spMk id="43" creationId="{546C9BFF-F719-6EFD-4CC3-F6A109127C6E}"/>
          </ac:spMkLst>
        </pc:spChg>
      </pc:sldChg>
      <pc:sldChg chg="addSp delSp modSp">
        <pc:chgData name="VENU TEJA" userId="e52e64704246bebb" providerId="Windows Live" clId="Web-{C999EACE-7CAD-4D22-83B3-CE41374D6D02}" dt="2026-03-22T15:38:20.091" v="479" actId="20577"/>
        <pc:sldMkLst>
          <pc:docMk/>
          <pc:sldMk cId="501306895" sldId="272"/>
        </pc:sldMkLst>
        <pc:spChg chg="add mod">
          <ac:chgData name="VENU TEJA" userId="e52e64704246bebb" providerId="Windows Live" clId="Web-{C999EACE-7CAD-4D22-83B3-CE41374D6D02}" dt="2026-03-22T15:38:20.091" v="479" actId="20577"/>
          <ac:spMkLst>
            <pc:docMk/>
            <pc:sldMk cId="501306895" sldId="272"/>
            <ac:spMk id="2" creationId="{2D77DB68-FD59-1B16-1B82-A1C871747DFC}"/>
          </ac:spMkLst>
        </pc:spChg>
        <pc:spChg chg="mod">
          <ac:chgData name="VENU TEJA" userId="e52e64704246bebb" providerId="Windows Live" clId="Web-{C999EACE-7CAD-4D22-83B3-CE41374D6D02}" dt="2026-03-22T15:35:40.259" v="445" actId="20577"/>
          <ac:spMkLst>
            <pc:docMk/>
            <pc:sldMk cId="501306895" sldId="272"/>
            <ac:spMk id="9" creationId="{3FDF17C2-14AD-EB01-447E-8445968237CC}"/>
          </ac:spMkLst>
        </pc:spChg>
        <pc:spChg chg="del">
          <ac:chgData name="VENU TEJA" userId="e52e64704246bebb" providerId="Windows Live" clId="Web-{C999EACE-7CAD-4D22-83B3-CE41374D6D02}" dt="2026-03-22T15:37:11.745" v="448"/>
          <ac:spMkLst>
            <pc:docMk/>
            <pc:sldMk cId="501306895" sldId="272"/>
            <ac:spMk id="40" creationId="{2DF7FA71-8A31-0FDF-3CF5-478024176B99}"/>
          </ac:spMkLst>
        </pc:spChg>
        <pc:picChg chg="mod">
          <ac:chgData name="VENU TEJA" userId="e52e64704246bebb" providerId="Windows Live" clId="Web-{C999EACE-7CAD-4D22-83B3-CE41374D6D02}" dt="2026-03-22T15:37:15.839" v="449" actId="1076"/>
          <ac:picMkLst>
            <pc:docMk/>
            <pc:sldMk cId="501306895" sldId="272"/>
            <ac:picMk id="3" creationId="{83813E57-B0F0-D84C-3C8E-3E1EB00993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>
                <a:solidFill>
                  <a:srgbClr val="0033CC"/>
                </a:solidFill>
                <a:ea typeface="+mn-lt"/>
                <a:cs typeface="+mn-lt"/>
              </a:rPr>
              <a:t>Full-Stack Skill Learning Academy Marketplace with Secure Authentication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C. Venu</a:t>
            </a:r>
            <a:r>
              <a:rPr lang="en-US" sz="3000" dirty="0">
                <a:latin typeface="Cambria"/>
                <a:ea typeface="Cambria"/>
              </a:rPr>
              <a:t> Teja– VTU26420 – 23UECS0692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53713" y="7454290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Associate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Cambria"/>
                <a:ea typeface="Cambria"/>
              </a:rPr>
              <a:t>SDG 4– Quality Educat</a:t>
            </a:r>
            <a:r>
              <a:rPr lang="en-US" sz="2000" b="1" dirty="0">
                <a:latin typeface="Cambria"/>
                <a:ea typeface="Cambria"/>
              </a:rPr>
              <a:t>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77814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Skill Marketplace</a:t>
            </a:r>
            <a:r>
              <a:rPr lang="en-US" sz="2800">
                <a:latin typeface="Times New Roman"/>
                <a:ea typeface="+mn-lt"/>
                <a:cs typeface="Times New Roman"/>
              </a:rPr>
              <a:t> is a web-based application developed to connect users who want to learn or offer skills in a centralized digital platform.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>
                <a:latin typeface="Times New Roman"/>
                <a:ea typeface="+mn-lt"/>
                <a:cs typeface="Times New Roman"/>
              </a:rPr>
              <a:t>This system provides an online marketplace where users can browse courses, enroll in skill-based programs, and enhance their knowledge in various domains.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The platform allows administrators to manage courses, monitor users, and maintain the overall system efficiently.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>
                <a:latin typeface="Times New Roman"/>
                <a:ea typeface="+mn-lt"/>
                <a:cs typeface="Times New Roman"/>
              </a:rPr>
              <a:t>It simplifies the process of skill learning and sharing by providing an organized interface for course management and enrollment.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>
                <a:latin typeface="Times New Roman"/>
                <a:ea typeface="+mn-lt"/>
                <a:cs typeface="Times New Roman"/>
              </a:rPr>
              <a:t>It simplifies the process of skill learning and sharing by providing an organized interface for course management and enrollment.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This system is developed using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PHP and MySQL on XAMPP server</a:t>
            </a:r>
            <a:r>
              <a:rPr lang="en-US" sz="2800">
                <a:latin typeface="Times New Roman"/>
                <a:ea typeface="+mn-lt"/>
                <a:cs typeface="Times New Roman"/>
              </a:rPr>
              <a:t>, ensuring reliable data storage and efficient backend processing.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7478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/>
                <a:ea typeface="+mn-lt"/>
                <a:cs typeface="Times New Roman"/>
              </a:rPr>
              <a:t>Many individuals possess valuable skills but lack a proper platform to showcase and monetize them effectively.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Users often face difficulty in finding reliable and structured skill-based courses in one place.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There is no centralized system to connect learners with skilled professionals or course providers.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Existing platforms are scattered, making course discovery and access inefficient.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Lack of proper tracking makes it difficult for users to manage enrolled courses and learning progress.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Manual or poorly designed systems reduce efficiency in handling users, courses, and enrollments.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Limited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accessibility to skill-based opportunities restricts personal and professional growth.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Absence of an integrated system leads to poor communication between learners and course providers.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381000" y="1215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BB4351-DF55-969A-0149-15E9F68A8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12268"/>
            <a:ext cx="1379882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1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To design and develop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 a web-based </a:t>
            </a:r>
            <a:r>
              <a:rPr lang="en-US" sz="3200">
                <a:latin typeface="Times New Roman"/>
                <a:ea typeface="+mn-lt"/>
                <a:cs typeface="Times New Roman"/>
              </a:rPr>
              <a:t>Skill Marketplace platform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using PHP and MySQL.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1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To </a:t>
            </a:r>
            <a:r>
              <a:rPr lang="en-US" sz="3200" b="1">
                <a:latin typeface="Times New Roman"/>
                <a:ea typeface="+mn-lt"/>
                <a:cs typeface="Times New Roman"/>
              </a:rPr>
              <a:t>provide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 centralized system for users to explore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and </a:t>
            </a:r>
            <a:r>
              <a:rPr lang="en-US" sz="3200">
                <a:latin typeface="Times New Roman"/>
                <a:ea typeface="+mn-lt"/>
                <a:cs typeface="Times New Roman"/>
              </a:rPr>
              <a:t>enroll in skill-based courses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enable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users to register, login, and manage their profiles securely.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/>
                <a:ea typeface="+mn-lt"/>
                <a:cs typeface="Times New Roman"/>
              </a:rPr>
              <a:t>To implement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a course management system for adding, updating, and deleting courses by the admin.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allow</a:t>
            </a:r>
            <a:r>
              <a:rPr lang="en-US" sz="3200">
                <a:latin typeface="Times New Roman"/>
                <a:ea typeface="+mn-lt"/>
                <a:cs typeface="Times New Roman"/>
              </a:rPr>
              <a:t> users to enroll in courses and track their enrolled courses through a dashboard.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ensure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secure authentication and data management using session handling and database integration.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provide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an interactive and user-friendly interface for better user experience.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improve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accessibility to skill development and learning opportunities through a digital platform.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211A63-3042-5C7E-06CF-8BCDA2E47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27" y="2242084"/>
            <a:ext cx="14580964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proposed system is a web-based </a:t>
            </a:r>
            <a:r>
              <a:rPr lang="en-US" sz="3200">
                <a:latin typeface="Times New Roman"/>
                <a:ea typeface="+mn-lt"/>
                <a:cs typeface="Times New Roman"/>
              </a:rPr>
              <a:t>Skill Marketplace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application developed using PHP and MySQL.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altLang="en-US" sz="32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It allows users to </a:t>
            </a:r>
            <a:r>
              <a:rPr lang="en-US" sz="3200">
                <a:latin typeface="Times New Roman"/>
                <a:ea typeface="+mn-lt"/>
                <a:cs typeface="Times New Roman"/>
              </a:rPr>
              <a:t>register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, </a:t>
            </a:r>
            <a:r>
              <a:rPr lang="en-US" sz="3200">
                <a:latin typeface="Times New Roman"/>
                <a:ea typeface="+mn-lt"/>
                <a:cs typeface="Times New Roman"/>
              </a:rPr>
              <a:t>login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, and manage </a:t>
            </a:r>
            <a:r>
              <a:rPr lang="en-US" sz="3200">
                <a:latin typeface="Times New Roman"/>
                <a:ea typeface="+mn-lt"/>
                <a:cs typeface="Times New Roman"/>
              </a:rPr>
              <a:t>their profiles securely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system enables </a:t>
            </a:r>
            <a:r>
              <a:rPr lang="en-US" sz="3200">
                <a:latin typeface="Times New Roman"/>
                <a:ea typeface="+mn-lt"/>
                <a:cs typeface="Times New Roman"/>
              </a:rPr>
              <a:t>users to explore a variety of skill-based courses in one platform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endParaRPr lang="en-US" sz="320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Users can enroll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in </a:t>
            </a:r>
            <a:r>
              <a:rPr lang="en-US" sz="3200">
                <a:latin typeface="Times New Roman"/>
                <a:ea typeface="+mn-lt"/>
                <a:cs typeface="Times New Roman"/>
              </a:rPr>
              <a:t>courses and access them through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 </a:t>
            </a:r>
            <a:r>
              <a:rPr lang="en-US" sz="3200">
                <a:latin typeface="Times New Roman"/>
                <a:ea typeface="+mn-lt"/>
                <a:cs typeface="Times New Roman"/>
              </a:rPr>
              <a:t>personalized dashboard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/>
                <a:ea typeface="+mn-lt"/>
                <a:cs typeface="Times New Roman"/>
              </a:rPr>
              <a:t>The admin can add, update, and delete courses efficiently through an admin panel.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system 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maintains enrollment records for tracking user activity and course participation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server">
            <a:extLst>
              <a:ext uri="{FF2B5EF4-FFF2-40B4-BE49-F238E27FC236}">
                <a16:creationId xmlns:a16="http://schemas.microsoft.com/office/drawing/2014/main" id="{DECAA948-188C-5772-B99C-654D4EFB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65" y="1378322"/>
            <a:ext cx="6858000" cy="890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413C3-C54E-5C20-16F8-35834475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49920D5-47FE-B5A0-BA13-407FF95DBA7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B3D11F-237C-8E98-705A-930A55CFFA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61A0EE9-D134-5929-C170-F0DB0138FE3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537219C-F047-F4EF-4249-BFBF15BE00B5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036328-670C-03AD-D3FA-C35750C9A9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78B49B8-5BC0-BF00-61B0-14986E179F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AA80D8E-ABA1-D273-690B-6B9F4199BA95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9F5F4C7-84FA-38BC-906E-9C76C03C39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4CCB293-2148-9A26-647D-279B2EC8AF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2067554-5E79-1CE5-0C53-290164F4AD76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1B0E3B3-9180-E961-9CB3-419A3AC926F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5DE36F4-C786-DCCC-4237-C5CD3E46B0C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4B85863-625A-F3ED-5BCE-F6B15707D9C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96DE5B6-F9E4-F8FF-BABC-465B96077E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743AA40-D3EB-3BB1-7953-0436AEB3B7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2AB8347-C7D2-C6F7-5049-D8D4B8F87A33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0E261C8-E200-6BBA-CB57-9205631A0C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D099588-15FD-0637-C86F-A5FD8413D7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B51FD5B-789B-0576-52CE-F7612BCD4B89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A7DEA8E-9158-3F9C-8152-8306ED559E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91F7B01-B0E4-52D3-7C1C-18D7CB63C9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24D9C49-9ACA-2555-7915-4170D3C8ABF7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3688D6C-8E5A-7E41-81DD-E31AFB7B3C9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3F58EB60-A2DF-B0BA-00F6-4043A1BC46E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E7F3FA5-529A-6013-88D2-294E5B5B7524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4AE11C5-846B-91F7-6BF4-728A2B2FF4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5F2669FF-C349-0CD0-6B9D-AF83CD08647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7C15818B-078D-D18E-764E-1CCEC61EB0F7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1657CD08-87C7-61F8-76C1-4A53CE39C7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1FA450A8-BEA1-4CE5-C429-0AE1D87B3FF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C8B110C7-9949-6B8F-B30D-838D12FC1344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AEACE8-B5B0-C3BD-678B-F73E0F4C3B1C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6C9BFF-F719-6EFD-4CC3-F6A109127C6E}"/>
              </a:ext>
            </a:extLst>
          </p:cNvPr>
          <p:cNvSpPr txBox="1"/>
          <p:nvPr/>
        </p:nvSpPr>
        <p:spPr>
          <a:xfrm>
            <a:off x="2209801" y="1638300"/>
            <a:ext cx="14103620" cy="7294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Input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Users enter registration details, login credentials, and select courses through web forms. They can browse courses and perform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actions.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Processing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PHP processes user requests, handles authentication, manages course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, and executes necessary operations through server-side logic.</a:t>
            </a:r>
            <a:endParaRPr lang="en-IN" dirty="0">
              <a:latin typeface="Times New Roman"/>
              <a:ea typeface="+mn-lt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Database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MySQL database stores user details, course information, and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records using relational tables.</a:t>
            </a:r>
            <a:endParaRPr lang="en-IN" dirty="0">
              <a:latin typeface="Times New Roman"/>
              <a:ea typeface="+mn-lt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Output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n-IN" sz="2800">
                <a:latin typeface="Times New Roman"/>
                <a:ea typeface="+mn-lt"/>
                <a:cs typeface="Times New Roman"/>
              </a:rPr>
              <a:t>The system displays available courses, enrolled courses, and user dashboard information in the browser with real-time updates.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pPr algn="just"/>
            <a:endParaRPr lang="en-IN" sz="2800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884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workflow&#10;&#10;AI-generated content may be incorrect.">
            <a:extLst>
              <a:ext uri="{FF2B5EF4-FFF2-40B4-BE49-F238E27FC236}">
                <a16:creationId xmlns:a16="http://schemas.microsoft.com/office/drawing/2014/main" id="{7D6471C6-F2F0-4081-B4E4-E3B90663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460" y="1419238"/>
            <a:ext cx="13709022" cy="85624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977075" y="2903947"/>
            <a:ext cx="15082325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Frontend: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HTML5, CSS3, JavaScript 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Backend: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PHP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Database: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MySQL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Server: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XAMPP (Apache Server)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Tools: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VS Code, phpMyAdmin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Hardware/Software: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Windows OS, XAMPP Server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endParaRPr lang="en-IN" sz="28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D79AD-42B0-1AB8-1403-02181497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70087" y="2357958"/>
            <a:ext cx="15082325" cy="6093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Module 1: User Management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Handles user registration, login authentication, and profile management within the system.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3200" b="1">
                <a:latin typeface="Times New Roman"/>
                <a:cs typeface="Times New Roman"/>
              </a:rPr>
              <a:t>Module 2: Course Management (Admin Module)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 dirty="0">
                <a:ea typeface="+mn-lt"/>
                <a:cs typeface="+mn-lt"/>
              </a:rPr>
              <a:t>Allows the admin to add, update, and delete courses available in the marketplace.</a:t>
            </a:r>
            <a:endParaRPr lang="en-US" dirty="0">
              <a:ea typeface="+mn-lt"/>
              <a:cs typeface="+mn-lt"/>
            </a:endParaRPr>
          </a:p>
          <a:p>
            <a:br>
              <a:rPr lang="en-US" dirty="0"/>
            </a:br>
            <a:endParaRPr lang="en-US" sz="3200">
              <a:latin typeface="Times New Roman"/>
              <a:cs typeface="Times New Roman"/>
            </a:endParaRPr>
          </a:p>
          <a:p>
            <a:r>
              <a:rPr lang="en-US" sz="3200" b="1">
                <a:latin typeface="Times New Roman"/>
                <a:cs typeface="Times New Roman"/>
              </a:rPr>
              <a:t>Module 3: Enrollment Management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Enables users to enroll in courses and manages enrollment records efficiently.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3200" b="1">
                <a:latin typeface="Times New Roman"/>
                <a:cs typeface="Times New Roman"/>
              </a:rPr>
              <a:t>Module 4: Dashboard Module</a:t>
            </a:r>
            <a:endParaRPr lang="en-US" sz="3200" b="1">
              <a:latin typeface="Times New Roman"/>
              <a:ea typeface="Calibri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Displays user-specific data such as enrolled courses and provides admin overview of courses and users.</a:t>
            </a:r>
            <a:endParaRPr lang="en-US">
              <a:ea typeface="+mn-lt"/>
              <a:cs typeface="+mn-lt"/>
            </a:endParaRPr>
          </a:p>
          <a:p>
            <a:endParaRPr lang="en-US" sz="28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01BE0-398E-4098-2E3D-5970D23A552F}"/>
              </a:ext>
            </a:extLst>
          </p:cNvPr>
          <p:cNvSpPr txBox="1"/>
          <p:nvPr/>
        </p:nvSpPr>
        <p:spPr>
          <a:xfrm>
            <a:off x="2793265" y="2181318"/>
            <a:ext cx="6350736" cy="6124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800">
                <a:ea typeface="+mn-lt"/>
                <a:cs typeface="+mn-lt"/>
              </a:rPr>
              <a:t>➤ The </a:t>
            </a:r>
            <a:r>
              <a:rPr lang="en-US" sz="2800" b="1">
                <a:ea typeface="+mn-lt"/>
                <a:cs typeface="+mn-lt"/>
              </a:rPr>
              <a:t>Home Page</a:t>
            </a:r>
            <a:r>
              <a:rPr lang="en-US" sz="2800">
                <a:ea typeface="+mn-lt"/>
                <a:cs typeface="+mn-lt"/>
              </a:rPr>
              <a:t> serves as the main navigation interface of the Skill Marketplace system. 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 sz="2800">
                <a:ea typeface="+mn-lt"/>
                <a:cs typeface="+mn-lt"/>
              </a:rPr>
              <a:t>➤ It provides quick access to all major modules such as Courses, Dashboard, and Profile. 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 sz="2800">
                <a:ea typeface="+mn-lt"/>
                <a:cs typeface="+mn-lt"/>
              </a:rPr>
              <a:t>➤ The </a:t>
            </a:r>
            <a:r>
              <a:rPr lang="en-US" sz="2800" b="1">
                <a:ea typeface="+mn-lt"/>
                <a:cs typeface="+mn-lt"/>
              </a:rPr>
              <a:t>Dashboard</a:t>
            </a:r>
            <a:r>
              <a:rPr lang="en-US" sz="2800">
                <a:ea typeface="+mn-lt"/>
                <a:cs typeface="+mn-lt"/>
              </a:rPr>
              <a:t> allows users to view enrolled courses and track their learning activity. 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 sz="2800">
                <a:ea typeface="+mn-lt"/>
                <a:cs typeface="+mn-lt"/>
              </a:rPr>
              <a:t>➤ The </a:t>
            </a:r>
            <a:r>
              <a:rPr lang="en-US" sz="2800" b="1">
                <a:ea typeface="+mn-lt"/>
                <a:cs typeface="+mn-lt"/>
              </a:rPr>
              <a:t>Admin Panel</a:t>
            </a:r>
            <a:r>
              <a:rPr lang="en-US" sz="2800">
                <a:ea typeface="+mn-lt"/>
                <a:cs typeface="+mn-lt"/>
              </a:rPr>
              <a:t> enables management of courses, users, and system operations efficiently. 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 sz="2800">
                <a:ea typeface="+mn-lt"/>
                <a:cs typeface="+mn-lt"/>
              </a:rPr>
              <a:t>➤ The interface is designed to be simple, user-friendly, and responsive. 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black and white screen&#10;&#10;AI-generated content may be incorrect.">
            <a:extLst>
              <a:ext uri="{FF2B5EF4-FFF2-40B4-BE49-F238E27FC236}">
                <a16:creationId xmlns:a16="http://schemas.microsoft.com/office/drawing/2014/main" id="{889E3A51-DF6D-439B-98C9-377855E79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300" y="2392418"/>
            <a:ext cx="6954809" cy="441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 lIns="91440" tIns="45720" rIns="91440" bIns="45720" anchor="t"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F656E-46C9-AEA4-483D-58FFE539D1A1}"/>
              </a:ext>
            </a:extLst>
          </p:cNvPr>
          <p:cNvSpPr txBox="1"/>
          <p:nvPr/>
        </p:nvSpPr>
        <p:spPr>
          <a:xfrm>
            <a:off x="9571571" y="1916987"/>
            <a:ext cx="8401051" cy="56938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➤ The Dashboard provides a summary view of the Skill Marketplace system.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It displays important information such as </a:t>
            </a:r>
            <a:r>
              <a:rPr lang="en-US" sz="2800" b="1" dirty="0">
                <a:ea typeface="+mn-lt"/>
                <a:cs typeface="+mn-lt"/>
              </a:rPr>
              <a:t>Total Courses, Enrolled Courses, and User Details</a:t>
            </a:r>
            <a:r>
              <a:rPr lang="en-US" sz="2800" dirty="0">
                <a:ea typeface="+mn-lt"/>
                <a:cs typeface="+mn-lt"/>
              </a:rPr>
              <a:t>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These values are dynamically fetched from the MySQL database.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It helps users quickly view their enrolled courses and track their learning progress.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The admin dashboard provides an overview of total users and available courses.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It improves decision-making by showing real-time data.</a:t>
            </a:r>
            <a:endParaRPr lang="en-US">
              <a:ea typeface="+mn-lt"/>
              <a:cs typeface="+mn-lt"/>
            </a:endParaRPr>
          </a:p>
          <a:p>
            <a:endParaRPr lang="en-US" sz="2800" b="1" dirty="0">
              <a:ea typeface="Calibri"/>
              <a:cs typeface="Calibri"/>
            </a:endParaRPr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C88B595-A7B0-5D2B-C753-C7437A0F6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739" y="1786008"/>
            <a:ext cx="6422778" cy="626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92D6A-006E-4361-CFD6-367F1FD0A631}"/>
              </a:ext>
            </a:extLst>
          </p:cNvPr>
          <p:cNvSpPr txBox="1"/>
          <p:nvPr/>
        </p:nvSpPr>
        <p:spPr>
          <a:xfrm>
            <a:off x="10397040" y="1896560"/>
            <a:ext cx="7484588" cy="74174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/>
              <a:t>Course </a:t>
            </a:r>
            <a:r>
              <a:rPr lang="en-US" sz="2800" b="1"/>
              <a:t>Enrollment MODULE</a:t>
            </a:r>
            <a:endParaRPr lang="en-US" sz="2800" b="1" dirty="0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The Course Enrollment module allows users to enroll in available courses in the Skill Marketplace. </a:t>
            </a:r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The user selects a course and clicks on the enroll button through the courses page. </a:t>
            </a:r>
            <a:endParaRPr lang="en-US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The enrollment request is sent to the PHP backend for processing. </a:t>
            </a:r>
            <a:endParaRPr lang="en-US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The system verifies the user session and checks course availability. </a:t>
            </a:r>
            <a:endParaRPr lang="en-US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PHP inserts the enrollment details into the MySQL database. </a:t>
            </a:r>
            <a:endParaRPr lang="en-US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The enrollment records are stored with user ID and course ID for tracking. </a:t>
            </a:r>
            <a:endParaRPr lang="en-US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The user dashboard is automatically updated after successful enrollment. </a:t>
            </a:r>
            <a:endParaRPr lang="en-US"/>
          </a:p>
          <a:p>
            <a:pPr algn="just">
              <a:buFont typeface="Arial" panose="05000000000000000000" pitchFamily="2" charset="2"/>
              <a:buChar char="•"/>
            </a:pPr>
            <a:r>
              <a:rPr lang="en-US" sz="2800">
                <a:ea typeface="+mn-lt"/>
                <a:cs typeface="+mn-lt"/>
              </a:rPr>
              <a:t>➤ Users can view their enrolled courses and manage them easily..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ABDEBF1-670D-EA3D-61CA-07CD4C381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947" y="1975423"/>
            <a:ext cx="8241174" cy="650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A82A-F8BE-CC66-BC20-4D7C3D0E03CF}"/>
              </a:ext>
            </a:extLst>
          </p:cNvPr>
          <p:cNvSpPr txBox="1"/>
          <p:nvPr/>
        </p:nvSpPr>
        <p:spPr>
          <a:xfrm>
            <a:off x="9736729" y="2107336"/>
            <a:ext cx="6722471" cy="74174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Delete Course Module:</a:t>
            </a:r>
            <a:endParaRPr lang="en-US" sz="2800" b="1" dirty="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➤ The Delete Course module allows the admin to remove existing courses from the Skill Marketplace.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admin selects a course and clicks the delete button from the courses list.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A request is sent to the PHP backend for processing.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system verifies admin authorization before performing the delete operation.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PHP executes a delete query to remove the selected course from the MySQL database.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The course list is automatically updated after deletion.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This module helps maintain accurate and updated course information. 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3022D2FE-A632-A5BE-01E7-F0D6AE0A4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671" y="1974943"/>
            <a:ext cx="5845873" cy="604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E9D79-B711-B2BA-6172-7AC35637F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A27E1E5-2171-1796-1179-C27D844F87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BB3FA89-E989-B311-8DDC-F15B85978A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FDF17C2-14AD-EB01-447E-8445968237C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D625604-6778-3BFC-A352-58647F7E77D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DDE59FD-CF60-02A4-009A-EDC12288356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DD63F13-9E46-4DFC-2548-937DCAF2E9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8C22FAD-B5E0-886D-7760-BAFC6A50F847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7B1EF44-1C8B-D460-8906-EFB5C976156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4B7BA85-0BFB-EB45-6176-B59422266E0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7B3672B-F3CB-5B6C-50F4-10D7526519A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B00E900-D390-F72A-4003-8483699DC2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E978D61-A1E8-1797-90EE-CA8AA81D08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51D175A-0F81-223F-766A-A4A5E52C0F6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C9D5974-46C6-27AE-D1DF-6BFD0856AA8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8C47DF6-82BE-6139-E28B-EE3BA2CCB0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E6D4813-D533-8506-6897-2531E5AE02C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DE5ADBE-9B93-11DE-EBEC-C4F9E1ADA5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3B899339-6ABF-3B3A-BDF8-A78470122BC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4AA8B7F-F14B-FD50-237A-E24752F05D4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69796FE-8DA9-6EBB-532C-17EA1EAEA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1AF4A38-B624-42DA-0E80-175F3BB90E0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EFE12CC-34C3-3361-DE56-93845497DB9C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21CE5B0-ADC4-EB3F-65B5-7AD7455EE48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068430E2-730F-CDF4-0A92-5828D74AAFD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BE5F2B5-40AD-94D0-120E-8D0857D3C517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0DC8206-2300-6F69-6BE3-B982806DAF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2C6EAB53-2ACB-C6A9-468B-053B984F22D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3FEEA2C-23BA-6FAD-FF00-926D1742D968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4B1E391-E9E2-85EC-8D02-96AE5289F75D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9107C7B-E8CD-FD34-CF88-E6965E8E97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0419078-D4A2-4FA5-F4F0-EDF07FB1A58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DC9A33F-A0B1-1C56-43FA-1933E9F324C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813E57-B0F0-D84C-3C8E-3E1EB0099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283" y="2250066"/>
            <a:ext cx="6992450" cy="5332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77DB68-FD59-1B16-1B82-A1C871747DFC}"/>
              </a:ext>
            </a:extLst>
          </p:cNvPr>
          <p:cNvSpPr txBox="1"/>
          <p:nvPr/>
        </p:nvSpPr>
        <p:spPr>
          <a:xfrm>
            <a:off x="8001000" y="2017058"/>
            <a:ext cx="6202456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➤ The Add Course module allows the admin to add new courses to the Skill Marketplace. </a:t>
            </a:r>
          </a:p>
          <a:p>
            <a:endParaRPr lang="en-US" dirty="0"/>
          </a:p>
          <a:p>
            <a:r>
              <a:rPr lang="en-US"/>
              <a:t>➤ The admin enters course details such as title, description, price, and image through a form. 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/>
              <a:t>➤ The input data is sent to the PHP backend for processing. 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pPr>
              <a:buFont typeface=""/>
            </a:pPr>
            <a:r>
              <a:rPr lang="en-US" dirty="0"/>
              <a:t>➤ PHP validates the input data before storing it in the database. </a:t>
            </a:r>
          </a:p>
          <a:p>
            <a:endParaRPr lang="en-US" dirty="0"/>
          </a:p>
          <a:p>
            <a:pPr>
              <a:buFont typeface=""/>
            </a:pPr>
            <a:r>
              <a:rPr lang="en-US"/>
              <a:t>➤ The course details are inserted into the MySQL database. </a:t>
            </a:r>
          </a:p>
          <a:p>
            <a:endParaRPr lang="en-US" dirty="0">
              <a:ea typeface="Calibri"/>
              <a:cs typeface="Calibri"/>
            </a:endParaRPr>
          </a:p>
          <a:p>
            <a:pPr>
              <a:buFont typeface=""/>
            </a:pPr>
            <a:r>
              <a:rPr lang="en-US"/>
              <a:t>➤ Each course is assigned a unique ID for identification. </a:t>
            </a:r>
          </a:p>
          <a:p>
            <a:endParaRPr lang="en-US" dirty="0"/>
          </a:p>
          <a:p>
            <a:pPr>
              <a:buFont typeface=""/>
            </a:pPr>
            <a:r>
              <a:rPr lang="en-US"/>
              <a:t>➤ The course list is automatically updated after adding a new course. </a:t>
            </a:r>
          </a:p>
          <a:p>
            <a:endParaRPr lang="en-US" dirty="0"/>
          </a:p>
          <a:p>
            <a:r>
              <a:rPr lang="en-US"/>
              <a:t>➤ This module helps in managing and expanding available courses efficiently.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06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8F243A-D47C-80B5-057A-CD0D2AFE8E60}"/>
              </a:ext>
            </a:extLst>
          </p:cNvPr>
          <p:cNvSpPr txBox="1"/>
          <p:nvPr/>
        </p:nvSpPr>
        <p:spPr>
          <a:xfrm>
            <a:off x="3140906" y="2117019"/>
            <a:ext cx="14051902" cy="77814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Advantages</a:t>
            </a:r>
          </a:p>
          <a:p>
            <a:r>
              <a:rPr lang="en-US" sz="2800">
                <a:ea typeface="+mn-lt"/>
                <a:cs typeface="+mn-lt"/>
              </a:rPr>
              <a:t> Provides a centralized platform for skill learning and course access </a:t>
            </a:r>
          </a:p>
          <a:p>
            <a:r>
              <a:rPr lang="en-US" sz="2800">
                <a:ea typeface="+mn-lt"/>
                <a:cs typeface="+mn-lt"/>
              </a:rPr>
              <a:t> Easy-to-use and user-friendly interface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Enables quick course enrollment and management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Reduces manual effort in course handling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Provides real-time updates on enrolled courses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Improves accessibility to skill development opportunities</a:t>
            </a:r>
            <a:endParaRPr lang="en-US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Limitations</a:t>
            </a:r>
          </a:p>
          <a:p>
            <a:r>
              <a:rPr lang="en-US" sz="2800" dirty="0">
                <a:ea typeface="+mn-lt"/>
                <a:cs typeface="+mn-lt"/>
              </a:rPr>
              <a:t> Designed mainly for small-scale usage </a:t>
            </a:r>
          </a:p>
          <a:p>
            <a:r>
              <a:rPr lang="en-US" sz="2800">
                <a:ea typeface="+mn-lt"/>
                <a:cs typeface="+mn-lt"/>
              </a:rPr>
              <a:t> Limited advanced features like live classes or video streaming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Requires internet or local server (XAMPP) to run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No integrated online payment system (if not implemented) 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 Basic security features (can be enhanced further)</a:t>
            </a:r>
            <a:endParaRPr lang="en-US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8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1148</Words>
  <Application>Microsoft Office PowerPoint</Application>
  <PresentationFormat>Custom</PresentationFormat>
  <Paragraphs>278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Kavya Ghantasala</dc:creator>
  <cp:lastModifiedBy>keshavareddy arepalli</cp:lastModifiedBy>
  <cp:revision>216</cp:revision>
  <dcterms:created xsi:type="dcterms:W3CDTF">2006-08-16T00:00:00Z</dcterms:created>
  <dcterms:modified xsi:type="dcterms:W3CDTF">2026-03-22T15:42:13Z</dcterms:modified>
  <dc:identifier>DAHCaYqJ9OU</dc:identifier>
</cp:coreProperties>
</file>